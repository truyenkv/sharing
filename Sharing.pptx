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78" r:id="rId5"/>
    <p:sldId id="279" r:id="rId6"/>
    <p:sldId id="280" r:id="rId7"/>
    <p:sldId id="281" r:id="rId8"/>
    <p:sldId id="262" r:id="rId9"/>
    <p:sldId id="264" r:id="rId10"/>
    <p:sldId id="277" r:id="rId11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949450"/>
            <a:ext cx="10972800" cy="4953000"/>
          </a:xfrm>
        </p:spPr>
        <p:txBody>
          <a:bodyPr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800225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751965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Testing funct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2600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MANUAL.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2600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AUTOMATION.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751965" y="36309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 &amp; Report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Title 14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96900" y="1339850"/>
            <a:ext cx="108204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Example: Update User Profile</a:t>
            </a:r>
            <a:endParaRPr lang="en-US"/>
          </a:p>
        </p:txBody>
      </p:sp>
      <p:pic>
        <p:nvPicPr>
          <p:cNvPr id="13" name="Content Placeholder 12" descr="userprofil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708150"/>
            <a:ext cx="10211435" cy="4377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Design Manual Test Case</a:t>
            </a:r>
            <a:endParaRPr lang="en-US"/>
          </a:p>
        </p:txBody>
      </p:sp>
      <p:pic>
        <p:nvPicPr>
          <p:cNvPr id="4" name="Content Placeholder 3" descr="test cas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656080" y="1606550"/>
            <a:ext cx="8672830" cy="50412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Design Scenario</a:t>
            </a:r>
            <a:endParaRPr lang="en-US"/>
          </a:p>
        </p:txBody>
      </p:sp>
      <p:pic>
        <p:nvPicPr>
          <p:cNvPr id="12" name="Content Placeholder 11" descr="chang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795145"/>
            <a:ext cx="10132060" cy="27730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Define step</a:t>
            </a:r>
            <a:endParaRPr lang="en-US"/>
          </a:p>
        </p:txBody>
      </p:sp>
      <p:pic>
        <p:nvPicPr>
          <p:cNvPr id="2" name="Content Placeholder 1" descr="defin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42315" y="1606550"/>
            <a:ext cx="8307705" cy="4330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428480" y="1159510"/>
            <a:ext cx="2153920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9995535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PAGE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Flowchart: Terminator 4"/>
          <p:cNvSpPr/>
          <p:nvPr/>
        </p:nvSpPr>
        <p:spPr>
          <a:xfrm>
            <a:off x="9631680" y="1707515"/>
            <a:ext cx="1784985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1....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1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Flowchart: Terminator 5"/>
          <p:cNvSpPr/>
          <p:nvPr/>
        </p:nvSpPr>
        <p:spPr>
          <a:xfrm>
            <a:off x="9631045" y="3046095"/>
            <a:ext cx="178562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2....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2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9752965" y="4384040"/>
            <a:ext cx="166370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3....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3~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17845" y="1159510"/>
            <a:ext cx="2162175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Flowchart: Terminator 8"/>
          <p:cNvSpPr/>
          <p:nvPr/>
        </p:nvSpPr>
        <p:spPr>
          <a:xfrm>
            <a:off x="5832475" y="199580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188710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STEP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Flowchart: Terminator 14"/>
          <p:cNvSpPr/>
          <p:nvPr/>
        </p:nvSpPr>
        <p:spPr>
          <a:xfrm>
            <a:off x="5831840" y="354076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Flowchart: Terminator 15"/>
          <p:cNvSpPr/>
          <p:nvPr/>
        </p:nvSpPr>
        <p:spPr>
          <a:xfrm>
            <a:off x="5831840" y="490156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437765" y="2487295"/>
            <a:ext cx="2195195" cy="197167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701925" y="2677795"/>
            <a:ext cx="1666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DEFINITION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2668270" y="321183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Action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25" name="Curved Connector 24"/>
          <p:cNvCxnSpPr>
            <a:stCxn id="5" idx="1"/>
            <a:endCxn id="9" idx="3"/>
          </p:cNvCxnSpPr>
          <p:nvPr/>
        </p:nvCxnSpPr>
        <p:spPr>
          <a:xfrm rot="10800000" flipV="1">
            <a:off x="7565390" y="2242185"/>
            <a:ext cx="2065655" cy="122555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Curved Connector 25"/>
          <p:cNvCxnSpPr>
            <a:stCxn id="6" idx="1"/>
            <a:endCxn id="15" idx="3"/>
          </p:cNvCxnSpPr>
          <p:nvPr/>
        </p:nvCxnSpPr>
        <p:spPr>
          <a:xfrm rot="10800000" flipV="1">
            <a:off x="7564755" y="3581400"/>
            <a:ext cx="2065655" cy="32893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Curved Connector 26"/>
          <p:cNvCxnSpPr>
            <a:stCxn id="7" idx="1"/>
            <a:endCxn id="16" idx="3"/>
          </p:cNvCxnSpPr>
          <p:nvPr/>
        </p:nvCxnSpPr>
        <p:spPr>
          <a:xfrm rot="10800000" flipV="1">
            <a:off x="7564755" y="4919345"/>
            <a:ext cx="2187575" cy="35179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8" name="Curved Connector 27"/>
          <p:cNvCxnSpPr>
            <a:stCxn id="9" idx="1"/>
            <a:endCxn id="20" idx="3"/>
          </p:cNvCxnSpPr>
          <p:nvPr/>
        </p:nvCxnSpPr>
        <p:spPr>
          <a:xfrm rot="10800000" flipV="1">
            <a:off x="4401820" y="2365375"/>
            <a:ext cx="1430655" cy="1216025"/>
          </a:xfrm>
          <a:prstGeom prst="curvedConnector3">
            <a:avLst>
              <a:gd name="adj1" fmla="val 49978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9" name="Curved Connector 28"/>
          <p:cNvCxnSpPr>
            <a:stCxn id="15" idx="1"/>
            <a:endCxn id="20" idx="3"/>
          </p:cNvCxnSpPr>
          <p:nvPr/>
        </p:nvCxnSpPr>
        <p:spPr>
          <a:xfrm rot="10800000">
            <a:off x="4401820" y="3581400"/>
            <a:ext cx="1430020" cy="328930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urved Connector 29"/>
          <p:cNvCxnSpPr>
            <a:stCxn id="16" idx="1"/>
            <a:endCxn id="20" idx="3"/>
          </p:cNvCxnSpPr>
          <p:nvPr/>
        </p:nvCxnSpPr>
        <p:spPr>
          <a:xfrm rot="10800000">
            <a:off x="4401820" y="3581400"/>
            <a:ext cx="1430020" cy="1689735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4" name="Explosion 1 33"/>
          <p:cNvSpPr/>
          <p:nvPr/>
        </p:nvSpPr>
        <p:spPr>
          <a:xfrm>
            <a:off x="144780" y="1191260"/>
            <a:ext cx="2292985" cy="2020570"/>
          </a:xfrm>
          <a:prstGeom prst="irregularSeal1">
            <a:avLst/>
          </a:prstGeom>
          <a:solidFill>
            <a:srgbClr val="92D05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Feature File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35" name="Curved Connector 34"/>
          <p:cNvCxnSpPr>
            <a:stCxn id="34" idx="2"/>
            <a:endCxn id="20" idx="1"/>
          </p:cNvCxnSpPr>
          <p:nvPr/>
        </p:nvCxnSpPr>
        <p:spPr>
          <a:xfrm rot="5400000" flipV="1">
            <a:off x="1671955" y="2585085"/>
            <a:ext cx="369570" cy="1623060"/>
          </a:xfrm>
          <a:prstGeom prst="curvedConnector2">
            <a:avLst/>
          </a:prstGeom>
          <a:ln w="3810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Demo &amp; Report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pPr marL="0" indent="0" algn="ctr">
              <a:buNone/>
            </a:pPr>
            <a:r>
              <a:rPr lang="en-US"/>
              <a:t> Change User Profile - Background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735</Words>
  <Application>WPS Presentation</Application>
  <PresentationFormat>Widescreen</PresentationFormat>
  <Paragraphs>83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Microsoft YaHei</vt:lpstr>
      <vt:lpstr/>
      <vt:lpstr>Arial Unicode MS</vt:lpstr>
      <vt:lpstr>Calibri</vt:lpstr>
      <vt:lpstr>Segoe Print</vt:lpstr>
      <vt:lpstr>Orange Waves</vt:lpstr>
      <vt:lpstr>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kieuv</cp:lastModifiedBy>
  <cp:revision>65</cp:revision>
  <dcterms:created xsi:type="dcterms:W3CDTF">2017-12-03T10:52:00Z</dcterms:created>
  <dcterms:modified xsi:type="dcterms:W3CDTF">2017-12-13T12:59:27Z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1033-10.2.0.5965</vt:lpwstr>
  </property>
</Properties>
</file>