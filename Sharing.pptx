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6"/>
  </p:notesMasterIdLst>
  <p:sldIdLst>
    <p:sldId id="256" r:id="rId3"/>
    <p:sldId id="257" r:id="rId4"/>
    <p:sldId id="278" r:id="rId5"/>
    <p:sldId id="292" r:id="rId6"/>
    <p:sldId id="293" r:id="rId7"/>
    <p:sldId id="294" r:id="rId8"/>
    <p:sldId id="296" r:id="rId9"/>
    <p:sldId id="297" r:id="rId10"/>
    <p:sldId id="298" r:id="rId11"/>
    <p:sldId id="299" r:id="rId12"/>
    <p:sldId id="300" r:id="rId13"/>
    <p:sldId id="302" r:id="rId14"/>
    <p:sldId id="304" r:id="rId15"/>
    <p:sldId id="305" r:id="rId16"/>
    <p:sldId id="306" r:id="rId17"/>
    <p:sldId id="307" r:id="rId18"/>
    <p:sldId id="308" r:id="rId19"/>
    <p:sldId id="309" r:id="rId20"/>
    <p:sldId id="281" r:id="rId21"/>
    <p:sldId id="262" r:id="rId22"/>
    <p:sldId id="311" r:id="rId23"/>
    <p:sldId id="264" r:id="rId24"/>
    <p:sldId id="277" r:id="rId25"/>
  </p:sldIdLst>
  <p:sldSz cx="12192000" cy="6858000"/>
  <p:notesSz cx="7103745" cy="10234295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2" autoAdjust="0"/>
    <p:restoredTop sz="94660"/>
  </p:normalViewPr>
  <p:slideViewPr>
    <p:cSldViewPr snapToGrid="0">
      <p:cViewPr varScale="1">
        <p:scale>
          <a:sx n="78" d="100"/>
          <a:sy n="78" d="100"/>
        </p:scale>
        <p:origin x="120" y="81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41" d="100"/>
          <a:sy n="41" d="100"/>
        </p:scale>
        <p:origin x="1794" y="54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9" Type="http://schemas.openxmlformats.org/officeDocument/2006/relationships/tableStyles" Target="tableStyles.xml"/><Relationship Id="rId28" Type="http://schemas.openxmlformats.org/officeDocument/2006/relationships/viewProps" Target="viewProps.xml"/><Relationship Id="rId27" Type="http://schemas.openxmlformats.org/officeDocument/2006/relationships/presProps" Target="presProps.xml"/><Relationship Id="rId26" Type="http://schemas.openxmlformats.org/officeDocument/2006/relationships/notesMaster" Target="notesMasters/notesMaster1.xml"/><Relationship Id="rId25" Type="http://schemas.openxmlformats.org/officeDocument/2006/relationships/slide" Target="slides/slide23.xml"/><Relationship Id="rId24" Type="http://schemas.openxmlformats.org/officeDocument/2006/relationships/slide" Target="slides/slide22.xml"/><Relationship Id="rId23" Type="http://schemas.openxmlformats.org/officeDocument/2006/relationships/slide" Target="slides/slide21.xml"/><Relationship Id="rId22" Type="http://schemas.openxmlformats.org/officeDocument/2006/relationships/slide" Target="slides/slide20.xml"/><Relationship Id="rId21" Type="http://schemas.openxmlformats.org/officeDocument/2006/relationships/slide" Target="slides/slide19.xml"/><Relationship Id="rId20" Type="http://schemas.openxmlformats.org/officeDocument/2006/relationships/slide" Target="slides/slide18.xml"/><Relationship Id="rId2" Type="http://schemas.openxmlformats.org/officeDocument/2006/relationships/theme" Target="theme/theme1.xml"/><Relationship Id="rId19" Type="http://schemas.openxmlformats.org/officeDocument/2006/relationships/slide" Target="slides/slide17.xml"/><Relationship Id="rId18" Type="http://schemas.openxmlformats.org/officeDocument/2006/relationships/slide" Target="slides/slide16.xml"/><Relationship Id="rId17" Type="http://schemas.openxmlformats.org/officeDocument/2006/relationships/slide" Target="slides/slide15.xml"/><Relationship Id="rId16" Type="http://schemas.openxmlformats.org/officeDocument/2006/relationships/slide" Target="slides/slide14.xml"/><Relationship Id="rId15" Type="http://schemas.openxmlformats.org/officeDocument/2006/relationships/slide" Target="slides/slide13.xml"/><Relationship Id="rId14" Type="http://schemas.openxmlformats.org/officeDocument/2006/relationships/slide" Target="slides/slide12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812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EFD42F7-718C-4B98-AAEC-167E6DDD60A7}" type="datetimeFigureOut">
              <a:rPr lang="en-US" smtClean="0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81584" y="1279287"/>
            <a:ext cx="6140577" cy="34540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375" y="4925254"/>
            <a:ext cx="5682996" cy="4029754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812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1B2AA4F-B828-4D7C-AFD3-893933DAFCB4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/>
          <p:cNvPicPr>
            <a:picLocks noChangeAspect="1"/>
          </p:cNvPicPr>
          <p:nvPr/>
        </p:nvPicPr>
        <p:blipFill>
          <a:blip r:embed="rId2"/>
          <a:srcRect b="3795"/>
          <a:stretch>
            <a:fillRect/>
          </a:stretch>
        </p:blipFill>
        <p:spPr>
          <a:xfrm>
            <a:off x="0" y="260350"/>
            <a:ext cx="12192000" cy="659765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2051" name="Rectangle 3"/>
          <p:cNvSpPr>
            <a:spLocks noGrp="1" noChangeArrowheads="1"/>
          </p:cNvSpPr>
          <p:nvPr>
            <p:ph type="ctrTitle"/>
          </p:nvPr>
        </p:nvSpPr>
        <p:spPr>
          <a:xfrm>
            <a:off x="624417" y="620713"/>
            <a:ext cx="10943167" cy="1082675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altLang="zh-CN" noProof="0" smtClean="0"/>
              <a:t>Click to edit Master title style</a:t>
            </a:r>
            <a:endParaRPr lang="en-US" altLang="zh-CN" noProof="0" smtClean="0"/>
          </a:p>
        </p:txBody>
      </p:sp>
      <p:sp>
        <p:nvSpPr>
          <p:cNvPr id="2052" name="Rectangle 4"/>
          <p:cNvSpPr>
            <a:spLocks noGrp="1" noChangeArrowheads="1"/>
          </p:cNvSpPr>
          <p:nvPr>
            <p:ph type="subTitle" idx="1"/>
          </p:nvPr>
        </p:nvSpPr>
        <p:spPr>
          <a:xfrm>
            <a:off x="626533" y="1843088"/>
            <a:ext cx="10949517" cy="981075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pPr lvl="0"/>
            <a:r>
              <a:rPr lang="en-US" altLang="zh-CN" noProof="0" smtClean="0"/>
              <a:t>Click to edit Master subtitle style</a:t>
            </a:r>
            <a:endParaRPr lang="en-US" altLang="zh-CN" noProof="0" smtClean="0"/>
          </a:p>
        </p:txBody>
      </p:sp>
      <p:sp>
        <p:nvSpPr>
          <p:cNvPr id="9" name="Rectangle 5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609600" y="6245225"/>
            <a:ext cx="2844800" cy="476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>
              <a:defRPr/>
            </a:lvl1pPr>
          </a:lstStyle>
          <a:p>
            <a:fld id="{FDE934FF-F4E1-47C5-9CA5-30A81DDE2BE4}" type="datetimeFigureOut">
              <a:rPr lang="en-US" smtClean="0"/>
            </a:fld>
            <a:endParaRPr lang="en-US"/>
          </a:p>
        </p:txBody>
      </p:sp>
      <p:sp>
        <p:nvSpPr>
          <p:cNvPr id="10" name="Rectangle 6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165600" y="6245225"/>
            <a:ext cx="3860800" cy="476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11" name="Rectangle 7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737600" y="6245225"/>
            <a:ext cx="2844800" cy="476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>
              <a:defRPr/>
            </a:lvl1pPr>
          </a:lstStyle>
          <a:p>
            <a:fld id="{B3561BA9-CDCF-4958-B8AB-66F3BF063E13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E934FF-F4E1-47C5-9CA5-30A81DDE2BE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561BA9-CDCF-4958-B8AB-66F3BF063E13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1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1" y="4589463"/>
            <a:ext cx="10515600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E934FF-F4E1-47C5-9CA5-30A81DDE2BE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561BA9-CDCF-4958-B8AB-66F3BF063E13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174750"/>
            <a:ext cx="5384800" cy="495300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174750"/>
            <a:ext cx="5384800" cy="495300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E934FF-F4E1-47C5-9CA5-30A81DDE2BE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561BA9-CDCF-4958-B8AB-66F3BF063E13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0317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40317" y="1681163"/>
            <a:ext cx="5158316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40317" y="2505075"/>
            <a:ext cx="5158316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71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717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E934FF-F4E1-47C5-9CA5-30A81DDE2BE4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561BA9-CDCF-4958-B8AB-66F3BF063E13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E934FF-F4E1-47C5-9CA5-30A81DDE2BE4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561BA9-CDCF-4958-B8AB-66F3BF063E13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E934FF-F4E1-47C5-9CA5-30A81DDE2BE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561BA9-CDCF-4958-B8AB-66F3BF063E13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0317" y="457200"/>
            <a:ext cx="393276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717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40317" y="2057400"/>
            <a:ext cx="393276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zh-CN" sz="1400" b="0" i="0" u="none" strike="noStrike" kern="1200" cap="none" spc="0" normalizeH="0" baseline="0" noProof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SimSun" panose="02010600030101010101" pitchFamily="2" charset="-122"/>
              <a:cs typeface="+mn-cs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zh-CN" sz="1400" b="0" i="0" u="none" strike="noStrike" kern="1200" cap="none" spc="0" normalizeH="0" baseline="0" noProof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SimSun" panose="02010600030101010101" pitchFamily="2" charset="-122"/>
              <a:cs typeface="+mn-cs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897D7747-D9D0-4222-AE01-C647B9939E3B}" type="slidenum">
              <a:rPr kumimoji="0" lang="en-US" altLang="zh-CN" sz="1400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SimSun" panose="02010600030101010101" pitchFamily="2" charset="-122"/>
                <a:cs typeface="+mn-cs"/>
              </a:rPr>
            </a:fld>
            <a:endParaRPr kumimoji="0" lang="en-US" altLang="zh-CN" sz="1400" b="0" i="0" u="none" strike="noStrike" kern="1200" cap="none" spc="0" normalizeH="0" baseline="0" noProof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SimSun" panose="02010600030101010101" pitchFamily="2" charset="-122"/>
              <a:cs typeface="+mn-cs"/>
            </a:endParaRPr>
          </a:p>
        </p:txBody>
      </p:sp>
    </p:spTree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0317" y="457200"/>
            <a:ext cx="393276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717" y="987425"/>
            <a:ext cx="6172200" cy="4873625"/>
          </a:xfrm>
        </p:spPr>
        <p:txBody>
          <a:bodyPr vert="horz" wrap="square" lIns="91440" tIns="45720" rIns="91440" bIns="45720" numCol="1" anchor="t" anchorCtr="0" compatLnSpc="1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sz="3200" b="0" i="0" u="none" strike="noStrike" kern="1200" cap="none" spc="0" normalizeH="0" baseline="0" noProof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40317" y="2057400"/>
            <a:ext cx="393276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E934FF-F4E1-47C5-9CA5-30A81DDE2BE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561BA9-CDCF-4958-B8AB-66F3BF063E13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zh-CN" sz="1400" b="0" i="0" u="none" strike="noStrike" kern="1200" cap="none" spc="0" normalizeH="0" baseline="0" noProof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SimSun" panose="02010600030101010101" pitchFamily="2" charset="-122"/>
              <a:cs typeface="+mn-c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zh-CN" sz="1400" b="0" i="0" u="none" strike="noStrike" kern="1200" cap="none" spc="0" normalizeH="0" baseline="0" noProof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SimSun" panose="02010600030101010101" pitchFamily="2" charset="-122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897D7747-D9D0-4222-AE01-C647B9939E3B}" type="slidenum">
              <a:rPr kumimoji="0" lang="en-US" altLang="zh-CN" sz="1400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SimSun" panose="02010600030101010101" pitchFamily="2" charset="-122"/>
                <a:cs typeface="+mn-cs"/>
              </a:rPr>
            </a:fld>
            <a:endParaRPr kumimoji="0" lang="en-US" altLang="zh-CN" sz="1400" b="0" i="0" u="none" strike="noStrike" kern="1200" cap="none" spc="0" normalizeH="0" baseline="0" noProof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SimSun" panose="02010600030101010101" pitchFamily="2" charset="-122"/>
              <a:cs typeface="+mn-cs"/>
            </a:endParaRPr>
          </a:p>
        </p:txBody>
      </p:sp>
    </p:spTree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190500"/>
            <a:ext cx="2743200" cy="5937250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190500"/>
            <a:ext cx="8026400" cy="593725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E934FF-F4E1-47C5-9CA5-30A81DDE2BE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561BA9-CDCF-4958-B8AB-66F3BF063E13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3" Type="http://schemas.openxmlformats.org/officeDocument/2006/relationships/theme" Target="../theme/theme1.xml"/><Relationship Id="rId12" Type="http://schemas.openxmlformats.org/officeDocument/2006/relationships/image" Target="../media/image2.jpeg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1027" name="Rectangle 3"/>
          <p:cNvSpPr>
            <a:spLocks noGrp="1"/>
          </p:cNvSpPr>
          <p:nvPr>
            <p:ph type="title"/>
          </p:nvPr>
        </p:nvSpPr>
        <p:spPr>
          <a:xfrm>
            <a:off x="609600" y="190500"/>
            <a:ext cx="10972800" cy="582613"/>
          </a:xfrm>
          <a:prstGeom prst="rect">
            <a:avLst/>
          </a:prstGeom>
          <a:noFill/>
          <a:ln w="9525">
            <a:noFill/>
          </a:ln>
        </p:spPr>
        <p:txBody>
          <a:bodyPr anchor="ctr"/>
          <a:lstStyle/>
          <a:p>
            <a:pPr lvl="0"/>
            <a:r>
              <a:rPr lang="en-US" altLang="zh-CN" dirty="0"/>
              <a:t>Click to edit Master title style</a:t>
            </a:r>
            <a:endParaRPr lang="en-US" altLang="zh-CN" dirty="0"/>
          </a:p>
        </p:txBody>
      </p:sp>
      <p:sp>
        <p:nvSpPr>
          <p:cNvPr id="1028" name="Rectangle 4"/>
          <p:cNvSpPr>
            <a:spLocks noGrp="1"/>
          </p:cNvSpPr>
          <p:nvPr>
            <p:ph type="body" idx="1"/>
          </p:nvPr>
        </p:nvSpPr>
        <p:spPr>
          <a:xfrm>
            <a:off x="609600" y="1174750"/>
            <a:ext cx="10972800" cy="4953000"/>
          </a:xfrm>
          <a:prstGeom prst="rect">
            <a:avLst/>
          </a:prstGeom>
          <a:noFill/>
          <a:ln w="9525">
            <a:noFill/>
          </a:ln>
        </p:spPr>
        <p:txBody>
          <a:bodyPr/>
          <a:lstStyle/>
          <a:p>
            <a:pPr lvl="0"/>
            <a:r>
              <a:rPr lang="en-US" altLang="zh-CN" dirty="0"/>
              <a:t>Click to edit Master text styles</a:t>
            </a:r>
            <a:endParaRPr lang="en-US" altLang="zh-CN" dirty="0"/>
          </a:p>
          <a:p>
            <a:pPr lvl="1"/>
            <a:r>
              <a:rPr lang="en-US" altLang="zh-CN" dirty="0"/>
              <a:t>Second level</a:t>
            </a:r>
            <a:endParaRPr lang="en-US" altLang="zh-CN" dirty="0"/>
          </a:p>
          <a:p>
            <a:pPr lvl="2"/>
            <a:r>
              <a:rPr lang="en-US" altLang="zh-CN" dirty="0"/>
              <a:t>Third level</a:t>
            </a:r>
            <a:endParaRPr lang="en-US" altLang="zh-CN" dirty="0"/>
          </a:p>
          <a:p>
            <a:pPr lvl="3"/>
            <a:r>
              <a:rPr lang="en-US" altLang="zh-CN" dirty="0"/>
              <a:t>Fourth level</a:t>
            </a:r>
            <a:endParaRPr lang="en-US" altLang="zh-CN" dirty="0"/>
          </a:p>
          <a:p>
            <a:pPr lvl="4"/>
            <a:r>
              <a:rPr lang="en-US" altLang="zh-CN" dirty="0"/>
              <a:t>Fifth level</a:t>
            </a:r>
            <a:endParaRPr lang="en-US" altLang="zh-CN" dirty="0"/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>
              <a:defRPr sz="1400"/>
            </a:lvl1pPr>
          </a:lstStyle>
          <a:p>
            <a:fld id="{FDE934FF-F4E1-47C5-9CA5-30A81DDE2BE4}" type="datetimeFigureOut">
              <a:rPr lang="en-US" smtClean="0"/>
            </a:fld>
            <a:endParaRPr lang="en-US"/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algn="ctr">
              <a:defRPr sz="1400"/>
            </a:lvl1pPr>
          </a:lstStyle>
          <a:p>
            <a:endParaRPr lang="en-US"/>
          </a:p>
        </p:txBody>
      </p:sp>
      <p:sp>
        <p:nvSpPr>
          <p:cNvPr id="1031" name="Rectangle 7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algn="r">
              <a:defRPr sz="1400"/>
            </a:lvl1pPr>
          </a:lstStyle>
          <a:p>
            <a:fld id="{B3561BA9-CDCF-4958-B8AB-66F3BF063E13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lvl1pPr algn="l" rtl="0" fontAlgn="base">
        <a:spcBef>
          <a:spcPct val="0"/>
        </a:spcBef>
        <a:spcAft>
          <a:spcPct val="0"/>
        </a:spcAft>
        <a:defRPr sz="3600" kern="1200">
          <a:solidFill>
            <a:schemeClr val="tx1"/>
          </a:solidFill>
          <a:latin typeface="+mj-lt"/>
          <a:ea typeface="+mj-ea"/>
          <a:cs typeface="+mj-cs"/>
        </a:defRPr>
      </a:lvl1pPr>
      <a:lvl2pPr algn="l" rtl="0" fontAlgn="base">
        <a:spcBef>
          <a:spcPct val="0"/>
        </a:spcBef>
        <a:spcAft>
          <a:spcPct val="0"/>
        </a:spcAft>
        <a:defRPr sz="3600">
          <a:solidFill>
            <a:schemeClr val="tx1"/>
          </a:solidFill>
          <a:latin typeface="Arial" panose="020B0604020202020204" pitchFamily="34" charset="0"/>
          <a:ea typeface="SimSun" panose="02010600030101010101" pitchFamily="2" charset="-122"/>
        </a:defRPr>
      </a:lvl2pPr>
      <a:lvl3pPr algn="l" rtl="0" fontAlgn="base">
        <a:spcBef>
          <a:spcPct val="0"/>
        </a:spcBef>
        <a:spcAft>
          <a:spcPct val="0"/>
        </a:spcAft>
        <a:defRPr sz="3600">
          <a:solidFill>
            <a:schemeClr val="tx1"/>
          </a:solidFill>
          <a:latin typeface="Arial" panose="020B0604020202020204" pitchFamily="34" charset="0"/>
          <a:ea typeface="SimSun" panose="02010600030101010101" pitchFamily="2" charset="-122"/>
        </a:defRPr>
      </a:lvl3pPr>
      <a:lvl4pPr algn="l" rtl="0" fontAlgn="base">
        <a:spcBef>
          <a:spcPct val="0"/>
        </a:spcBef>
        <a:spcAft>
          <a:spcPct val="0"/>
        </a:spcAft>
        <a:defRPr sz="3600">
          <a:solidFill>
            <a:schemeClr val="tx1"/>
          </a:solidFill>
          <a:latin typeface="Arial" panose="020B0604020202020204" pitchFamily="34" charset="0"/>
          <a:ea typeface="SimSun" panose="02010600030101010101" pitchFamily="2" charset="-122"/>
        </a:defRPr>
      </a:lvl4pPr>
      <a:lvl5pPr algn="l" rtl="0" fontAlgn="base">
        <a:spcBef>
          <a:spcPct val="0"/>
        </a:spcBef>
        <a:spcAft>
          <a:spcPct val="0"/>
        </a:spcAft>
        <a:defRPr sz="3600">
          <a:solidFill>
            <a:schemeClr val="tx1"/>
          </a:solidFill>
          <a:latin typeface="Arial" panose="020B0604020202020204" pitchFamily="34" charset="0"/>
          <a:ea typeface="SimSun" panose="02010600030101010101" pitchFamily="2" charset="-122"/>
        </a:defRPr>
      </a:lvl5pPr>
      <a:lvl6pPr marL="457200" algn="l" rtl="0" fontAlgn="base">
        <a:spcBef>
          <a:spcPct val="0"/>
        </a:spcBef>
        <a:spcAft>
          <a:spcPct val="0"/>
        </a:spcAft>
        <a:defRPr sz="3600">
          <a:solidFill>
            <a:schemeClr val="tx1"/>
          </a:solidFill>
          <a:latin typeface="Arial" panose="020B0604020202020204" pitchFamily="34" charset="0"/>
          <a:ea typeface="SimSun" panose="02010600030101010101" pitchFamily="2" charset="-122"/>
        </a:defRPr>
      </a:lvl6pPr>
      <a:lvl7pPr marL="914400" algn="l" rtl="0" fontAlgn="base">
        <a:spcBef>
          <a:spcPct val="0"/>
        </a:spcBef>
        <a:spcAft>
          <a:spcPct val="0"/>
        </a:spcAft>
        <a:defRPr sz="3600">
          <a:solidFill>
            <a:schemeClr val="tx1"/>
          </a:solidFill>
          <a:latin typeface="Arial" panose="020B0604020202020204" pitchFamily="34" charset="0"/>
          <a:ea typeface="SimSun" panose="02010600030101010101" pitchFamily="2" charset="-122"/>
        </a:defRPr>
      </a:lvl7pPr>
      <a:lvl8pPr marL="1371600" algn="l" rtl="0" fontAlgn="base">
        <a:spcBef>
          <a:spcPct val="0"/>
        </a:spcBef>
        <a:spcAft>
          <a:spcPct val="0"/>
        </a:spcAft>
        <a:defRPr sz="3600">
          <a:solidFill>
            <a:schemeClr val="tx1"/>
          </a:solidFill>
          <a:latin typeface="Arial" panose="020B0604020202020204" pitchFamily="34" charset="0"/>
          <a:ea typeface="SimSun" panose="02010600030101010101" pitchFamily="2" charset="-122"/>
        </a:defRPr>
      </a:lvl8pPr>
      <a:lvl9pPr marL="1828800" algn="l" rtl="0" fontAlgn="base">
        <a:spcBef>
          <a:spcPct val="0"/>
        </a:spcBef>
        <a:spcAft>
          <a:spcPct val="0"/>
        </a:spcAft>
        <a:defRPr sz="3600">
          <a:solidFill>
            <a:schemeClr val="tx1"/>
          </a:solidFill>
          <a:latin typeface="Arial" panose="020B0604020202020204" pitchFamily="34" charset="0"/>
          <a:ea typeface="SimSun" panose="02010600030101010101" pitchFamily="2" charset="-122"/>
        </a:defRPr>
      </a:lvl9pPr>
    </p:titleStyle>
    <p:bodyStyle>
      <a:lvl1pPr marL="342900" indent="-342900" algn="l" rtl="0" fontAlgn="base">
        <a:spcBef>
          <a:spcPct val="20000"/>
        </a:spcBef>
        <a:spcAft>
          <a:spcPct val="0"/>
        </a:spcAft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fontAlgn="base">
        <a:spcBef>
          <a:spcPct val="20000"/>
        </a:spcBef>
        <a:spcAft>
          <a:spcPct val="0"/>
        </a:spcAft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fontAlgn="base">
        <a:spcBef>
          <a:spcPct val="20000"/>
        </a:spcBef>
        <a:spcAft>
          <a:spcPct val="0"/>
        </a:spcAft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fontAlgn="base">
        <a:spcBef>
          <a:spcPct val="20000"/>
        </a:spcBef>
        <a:spcAft>
          <a:spcPct val="0"/>
        </a:spcAft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fontAlgn="base">
        <a:spcBef>
          <a:spcPct val="20000"/>
        </a:spcBef>
        <a:spcAft>
          <a:spcPct val="0"/>
        </a:spcAft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hyperlink" Target="mailto:admin@yopmail.com" TargetMode="Externa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hyperlink" Target="mailto:admin@yopmail.com" TargetMode="Externa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5.png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6.png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460500" y="795020"/>
            <a:ext cx="9144000" cy="923925"/>
          </a:xfrm>
        </p:spPr>
        <p:txBody>
          <a:bodyPr>
            <a:normAutofit/>
          </a:bodyPr>
          <a:lstStyle/>
          <a:p>
            <a:r>
              <a:rPr lang="en-US" sz="4000" b="1">
                <a:pattFill prst="dkUpDiag">
                  <a:fgClr>
                    <a:schemeClr val="bg1">
                      <a:lumMod val="50000"/>
                    </a:schemeClr>
                  </a:fgClr>
                  <a:bgClr>
                    <a:schemeClr val="tx1">
                      <a:lumMod val="75000"/>
                      <a:lumOff val="25000"/>
                    </a:schemeClr>
                  </a:bgClr>
                </a:pattFill>
                <a:effectLst>
                  <a:outerShdw blurRad="38100" dist="19050" dir="2700000" algn="tl" rotWithShape="0">
                    <a:schemeClr val="dk1">
                      <a:alpha val="40000"/>
                      <a:lumMod val="50000"/>
                    </a:schemeClr>
                  </a:outerShdw>
                </a:effectLst>
              </a:rPr>
              <a:t> Sharing</a:t>
            </a:r>
            <a:endParaRPr lang="en-US" sz="4000" b="1">
              <a:pattFill prst="dkUpDiag">
                <a:fgClr>
                  <a:schemeClr val="bg1">
                    <a:lumMod val="50000"/>
                  </a:schemeClr>
                </a:fgClr>
                <a:bgClr>
                  <a:schemeClr val="tx1">
                    <a:lumMod val="75000"/>
                    <a:lumOff val="25000"/>
                  </a:schemeClr>
                </a:bgClr>
              </a:pattFill>
              <a:effectLst>
                <a:outerShdw blurRad="38100" dist="19050" dir="2700000" algn="tl" rotWithShape="0">
                  <a:schemeClr val="dk1">
                    <a:alpha val="40000"/>
                    <a:lumMod val="50000"/>
                  </a:schemeClr>
                </a:outerShdw>
              </a:effectLst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460500" y="1579245"/>
            <a:ext cx="9271000" cy="1545590"/>
          </a:xfrm>
        </p:spPr>
        <p:txBody>
          <a:bodyPr/>
          <a:lstStyle/>
          <a:p>
            <a:r>
              <a:rPr lang="en-US" sz="4400">
                <a:ln w="12700">
                  <a:solidFill>
                    <a:schemeClr val="accent3">
                      <a:lumMod val="50000"/>
                    </a:schemeClr>
                  </a:solidFill>
                  <a:prstDash val="solid"/>
                </a:ln>
                <a:pattFill prst="narHorz">
                  <a:fgClr>
                    <a:schemeClr val="accent3"/>
                  </a:fgClr>
                  <a:bgClr>
                    <a:schemeClr val="accent3">
                      <a:lumMod val="40000"/>
                      <a:lumOff val="60000"/>
                    </a:schemeClr>
                  </a:bgClr>
                </a:pattFill>
                <a:effectLst>
                  <a:innerShdw blurRad="177800">
                    <a:schemeClr val="accent3">
                      <a:lumMod val="50000"/>
                    </a:schemeClr>
                  </a:innerShdw>
                </a:effectLst>
              </a:rPr>
              <a:t> Automation Testing</a:t>
            </a:r>
            <a:endParaRPr lang="en-US" sz="4400">
              <a:ln w="12700">
                <a:solidFill>
                  <a:schemeClr val="accent3">
                    <a:lumMod val="50000"/>
                  </a:schemeClr>
                </a:solidFill>
                <a:prstDash val="solid"/>
              </a:ln>
              <a:pattFill prst="narHorz">
                <a:fgClr>
                  <a:schemeClr val="accent3"/>
                </a:fgClr>
                <a:bgClr>
                  <a:schemeClr val="accent3">
                    <a:lumMod val="40000"/>
                    <a:lumOff val="60000"/>
                  </a:schemeClr>
                </a:bgClr>
              </a:pattFill>
              <a:effectLst>
                <a:innerShdw blurRad="177800">
                  <a:schemeClr val="accent3">
                    <a:lumMod val="50000"/>
                  </a:schemeClr>
                </a:innerShdw>
              </a:effectLst>
            </a:endParaRPr>
          </a:p>
          <a:p>
            <a:r>
              <a:rPr lang="en-US" sz="4400">
                <a:ln w="12700">
                  <a:solidFill>
                    <a:schemeClr val="accent3">
                      <a:lumMod val="50000"/>
                    </a:schemeClr>
                  </a:solidFill>
                  <a:prstDash val="solid"/>
                </a:ln>
                <a:pattFill prst="narHorz">
                  <a:fgClr>
                    <a:schemeClr val="accent3"/>
                  </a:fgClr>
                  <a:bgClr>
                    <a:schemeClr val="accent3">
                      <a:lumMod val="40000"/>
                      <a:lumOff val="60000"/>
                    </a:schemeClr>
                  </a:bgClr>
                </a:pattFill>
                <a:effectLst>
                  <a:innerShdw blurRad="177800">
                    <a:schemeClr val="accent3">
                      <a:lumMod val="50000"/>
                    </a:schemeClr>
                  </a:innerShdw>
                </a:effectLst>
              </a:rPr>
              <a:t> SERENITY BDD - CUCUMBER</a:t>
            </a:r>
            <a:endParaRPr lang="en-US" sz="4400">
              <a:ln w="12700">
                <a:solidFill>
                  <a:schemeClr val="accent3">
                    <a:lumMod val="50000"/>
                  </a:schemeClr>
                </a:solidFill>
                <a:prstDash val="solid"/>
              </a:ln>
              <a:pattFill prst="narHorz">
                <a:fgClr>
                  <a:schemeClr val="accent3"/>
                </a:fgClr>
                <a:bgClr>
                  <a:schemeClr val="accent3">
                    <a:lumMod val="40000"/>
                    <a:lumOff val="60000"/>
                  </a:schemeClr>
                </a:bgClr>
              </a:pattFill>
              <a:effectLst>
                <a:innerShdw blurRad="177800">
                  <a:schemeClr val="accent3">
                    <a:lumMod val="50000"/>
                  </a:schemeClr>
                </a:innerShdw>
              </a:effectLst>
            </a:endParaRPr>
          </a:p>
        </p:txBody>
      </p:sp>
      <p:sp>
        <p:nvSpPr>
          <p:cNvPr id="4" name="Title 1"/>
          <p:cNvSpPr>
            <a:spLocks noGrp="1"/>
          </p:cNvSpPr>
          <p:nvPr/>
        </p:nvSpPr>
        <p:spPr>
          <a:xfrm>
            <a:off x="5271770" y="4422775"/>
            <a:ext cx="9144000" cy="1539875"/>
          </a:xfrm>
          <a:prstGeom prst="rect">
            <a:avLst/>
          </a:prstGeom>
          <a:noFill/>
          <a:ln w="9525">
            <a:noFill/>
          </a:ln>
        </p:spPr>
        <p:txBody>
          <a:bodyPr anchor="ctr">
            <a:normAutofit/>
            <a:scene3d>
              <a:camera prst="orthographicFront"/>
              <a:lightRig rig="threePt" dir="t"/>
            </a:scene3d>
          </a:bodyPr>
          <a:lstStyle>
            <a:lvl1pPr algn="l" rtl="0" fontAlgn="base">
              <a:spcBef>
                <a:spcPct val="0"/>
              </a:spcBef>
              <a:spcAft>
                <a:spcPct val="0"/>
              </a:spcAft>
              <a:defRPr sz="3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algn="l" rtl="0" fontAlgn="base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2pPr>
            <a:lvl3pPr algn="l" rtl="0" fontAlgn="base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3pPr>
            <a:lvl4pPr algn="l" rtl="0" fontAlgn="base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4pPr>
            <a:lvl5pPr algn="l" rtl="0" fontAlgn="base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5pPr>
            <a:lvl6pPr marL="457200" algn="l" rtl="0" fontAlgn="base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6pPr>
            <a:lvl7pPr marL="914400" algn="l" rtl="0" fontAlgn="base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7pPr>
            <a:lvl8pPr marL="1371600" algn="l" rtl="0" fontAlgn="base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8pPr>
            <a:lvl9pPr marL="1828800" algn="l" rtl="0" fontAlgn="base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9pPr>
          </a:lstStyle>
          <a:p>
            <a:r>
              <a:rPr lang="en-US" sz="2800">
                <a:ln w="12700">
                  <a:solidFill>
                    <a:schemeClr val="accent3">
                      <a:lumMod val="50000"/>
                    </a:schemeClr>
                  </a:solidFill>
                  <a:prstDash val="solid"/>
                </a:ln>
                <a:pattFill prst="narHorz">
                  <a:fgClr>
                    <a:schemeClr val="accent3"/>
                  </a:fgClr>
                  <a:bgClr>
                    <a:schemeClr val="accent3">
                      <a:lumMod val="40000"/>
                      <a:lumOff val="60000"/>
                    </a:schemeClr>
                  </a:bgClr>
                </a:pattFill>
                <a:effectLst>
                  <a:innerShdw blurRad="177800">
                    <a:schemeClr val="accent3">
                      <a:lumMod val="50000"/>
                    </a:schemeClr>
                  </a:innerShdw>
                </a:effectLst>
              </a:rPr>
              <a:t>Team         : Dynagility - QC</a:t>
            </a:r>
            <a:endParaRPr lang="en-US" sz="2800">
              <a:ln w="12700">
                <a:solidFill>
                  <a:schemeClr val="accent3">
                    <a:lumMod val="50000"/>
                  </a:schemeClr>
                </a:solidFill>
                <a:prstDash val="solid"/>
              </a:ln>
              <a:pattFill prst="narHorz">
                <a:fgClr>
                  <a:schemeClr val="accent3"/>
                </a:fgClr>
                <a:bgClr>
                  <a:schemeClr val="accent3">
                    <a:lumMod val="40000"/>
                    <a:lumOff val="60000"/>
                  </a:schemeClr>
                </a:bgClr>
              </a:pattFill>
              <a:effectLst>
                <a:innerShdw blurRad="177800">
                  <a:schemeClr val="accent3">
                    <a:lumMod val="50000"/>
                  </a:schemeClr>
                </a:innerShdw>
              </a:effectLst>
            </a:endParaRPr>
          </a:p>
          <a:p>
            <a:r>
              <a:rPr lang="en-US" sz="2800">
                <a:ln w="12700">
                  <a:solidFill>
                    <a:schemeClr val="accent3">
                      <a:lumMod val="50000"/>
                    </a:schemeClr>
                  </a:solidFill>
                  <a:prstDash val="solid"/>
                </a:ln>
                <a:pattFill prst="narHorz">
                  <a:fgClr>
                    <a:schemeClr val="accent3"/>
                  </a:fgClr>
                  <a:bgClr>
                    <a:schemeClr val="accent3">
                      <a:lumMod val="40000"/>
                      <a:lumOff val="60000"/>
                    </a:schemeClr>
                  </a:bgClr>
                </a:pattFill>
                <a:effectLst>
                  <a:innerShdw blurRad="177800">
                    <a:schemeClr val="accent3">
                      <a:lumMod val="50000"/>
                    </a:schemeClr>
                  </a:innerShdw>
                </a:effectLst>
              </a:rPr>
              <a:t>Presenter  :  Kieu Van Truyen</a:t>
            </a:r>
            <a:endParaRPr lang="en-US" sz="2800">
              <a:ln w="12700">
                <a:solidFill>
                  <a:schemeClr val="accent3">
                    <a:lumMod val="50000"/>
                  </a:schemeClr>
                </a:solidFill>
                <a:prstDash val="solid"/>
              </a:ln>
              <a:pattFill prst="narHorz">
                <a:fgClr>
                  <a:schemeClr val="accent3"/>
                </a:fgClr>
                <a:bgClr>
                  <a:schemeClr val="accent3">
                    <a:lumMod val="40000"/>
                    <a:lumOff val="60000"/>
                  </a:schemeClr>
                </a:bgClr>
              </a:pattFill>
              <a:effectLst>
                <a:innerShdw blurRad="177800">
                  <a:schemeClr val="accent3">
                    <a:lumMod val="50000"/>
                  </a:schemeClr>
                </a:innerShdw>
              </a:effectLst>
            </a:endParaRPr>
          </a:p>
          <a:p>
            <a:endParaRPr lang="en-US" sz="2800">
              <a:ln w="12700">
                <a:solidFill>
                  <a:schemeClr val="accent3">
                    <a:lumMod val="50000"/>
                  </a:schemeClr>
                </a:solidFill>
                <a:prstDash val="solid"/>
              </a:ln>
              <a:pattFill prst="narHorz">
                <a:fgClr>
                  <a:schemeClr val="accent3"/>
                </a:fgClr>
                <a:bgClr>
                  <a:schemeClr val="accent3">
                    <a:lumMod val="40000"/>
                    <a:lumOff val="60000"/>
                  </a:schemeClr>
                </a:bgClr>
              </a:pattFill>
              <a:effectLst>
                <a:innerShdw blurRad="177800">
                  <a:schemeClr val="accent3">
                    <a:lumMod val="50000"/>
                  </a:schemeClr>
                </a:innerShdw>
              </a:effectLst>
            </a:endParaRPr>
          </a:p>
        </p:txBody>
      </p:sp>
      <p:sp>
        <p:nvSpPr>
          <p:cNvPr id="6" name="Title 1"/>
          <p:cNvSpPr>
            <a:spLocks noGrp="1"/>
          </p:cNvSpPr>
          <p:nvPr/>
        </p:nvSpPr>
        <p:spPr>
          <a:xfrm>
            <a:off x="1460500" y="154305"/>
            <a:ext cx="9144000" cy="923925"/>
          </a:xfrm>
          <a:prstGeom prst="rect">
            <a:avLst/>
          </a:prstGeom>
          <a:noFill/>
          <a:ln w="9525">
            <a:noFill/>
          </a:ln>
        </p:spPr>
        <p:txBody>
          <a:bodyPr anchor="ctr">
            <a:normAutofit/>
          </a:bodyPr>
          <a:lstStyle>
            <a:lvl1pPr algn="l" rtl="0" fontAlgn="base">
              <a:spcBef>
                <a:spcPct val="0"/>
              </a:spcBef>
              <a:spcAft>
                <a:spcPct val="0"/>
              </a:spcAft>
              <a:defRPr sz="3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algn="l" rtl="0" fontAlgn="base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2pPr>
            <a:lvl3pPr algn="l" rtl="0" fontAlgn="base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3pPr>
            <a:lvl4pPr algn="l" rtl="0" fontAlgn="base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4pPr>
            <a:lvl5pPr algn="l" rtl="0" fontAlgn="base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5pPr>
            <a:lvl6pPr marL="457200" algn="l" rtl="0" fontAlgn="base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6pPr>
            <a:lvl7pPr marL="914400" algn="l" rtl="0" fontAlgn="base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7pPr>
            <a:lvl8pPr marL="1371600" algn="l" rtl="0" fontAlgn="base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8pPr>
            <a:lvl9pPr marL="1828800" algn="l" rtl="0" fontAlgn="base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9pPr>
          </a:lstStyle>
          <a:p>
            <a:pPr algn="ctr"/>
            <a:r>
              <a:rPr lang="en-US" sz="4000">
                <a:ln w="12700">
                  <a:solidFill>
                    <a:schemeClr val="accent1"/>
                  </a:solidFill>
                  <a:prstDash val="solid"/>
                </a:ln>
                <a:pattFill prst="pct50">
                  <a:fgClr>
                    <a:schemeClr val="accent1"/>
                  </a:fgClr>
                  <a:bgClr>
                    <a:schemeClr val="accent1">
                      <a:lumMod val="20000"/>
                      <a:lumOff val="80000"/>
                    </a:schemeClr>
                  </a:bgClr>
                </a:pattFill>
                <a:effectLst>
                  <a:outerShdw dist="38100" dir="2640000" algn="bl" rotWithShape="0">
                    <a:schemeClr val="accent1"/>
                  </a:outerShdw>
                </a:effectLst>
              </a:rPr>
              <a:t>Tuong Minh Service Private Enterprise</a:t>
            </a:r>
            <a:endParaRPr lang="en-US" sz="4000">
              <a:ln w="12700">
                <a:solidFill>
                  <a:schemeClr val="accent1"/>
                </a:solidFill>
                <a:prstDash val="solid"/>
              </a:ln>
              <a:pattFill prst="pct50">
                <a:fgClr>
                  <a:schemeClr val="accent1"/>
                </a:fgClr>
                <a:bgClr>
                  <a:schemeClr val="accent1">
                    <a:lumMod val="20000"/>
                    <a:lumOff val="80000"/>
                  </a:schemeClr>
                </a:bgClr>
              </a:pattFill>
              <a:effectLst>
                <a:outerShdw dist="38100" dir="2640000" algn="bl" rotWithShape="0">
                  <a:schemeClr val="accent1"/>
                </a:outerShdw>
              </a:effectLst>
            </a:endParaRPr>
          </a:p>
        </p:txBody>
      </p:sp>
      <p:sp>
        <p:nvSpPr>
          <p:cNvPr id="7" name="Subtitle 2"/>
          <p:cNvSpPr>
            <a:spLocks noGrp="1"/>
          </p:cNvSpPr>
          <p:nvPr/>
        </p:nvSpPr>
        <p:spPr>
          <a:xfrm>
            <a:off x="5372100" y="3361690"/>
            <a:ext cx="9538970" cy="1545590"/>
          </a:xfrm>
          <a:prstGeom prst="rect">
            <a:avLst/>
          </a:prstGeom>
          <a:noFill/>
          <a:ln w="9525">
            <a:noFill/>
          </a:ln>
        </p:spPr>
        <p:txBody>
          <a:bodyPr/>
          <a:lstStyle>
            <a:lvl1pPr marL="0" indent="0" algn="l" rtl="0" fontAlgn="base">
              <a:spcBef>
                <a:spcPct val="20000"/>
              </a:spcBef>
              <a:spcAft>
                <a:spcPct val="0"/>
              </a:spcAft>
              <a:buFontTx/>
              <a:buNone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fontAlgn="base">
              <a:spcBef>
                <a:spcPct val="20000"/>
              </a:spcBef>
              <a:spcAft>
                <a:spcPct val="0"/>
              </a:spcAft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fontAlgn="base">
              <a:spcBef>
                <a:spcPct val="20000"/>
              </a:spcBef>
              <a:spcAft>
                <a:spcPct val="0"/>
              </a:spcAft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fontAlgn="base">
              <a:spcBef>
                <a:spcPct val="20000"/>
              </a:spcBef>
              <a:spcAft>
                <a:spcPct val="0"/>
              </a:spcAft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>
                <a:ln w="12700">
                  <a:solidFill>
                    <a:schemeClr val="accent3">
                      <a:lumMod val="50000"/>
                    </a:schemeClr>
                  </a:solidFill>
                  <a:prstDash val="solid"/>
                </a:ln>
                <a:pattFill prst="narHorz">
                  <a:fgClr>
                    <a:schemeClr val="accent3"/>
                  </a:fgClr>
                  <a:bgClr>
                    <a:schemeClr val="accent3">
                      <a:lumMod val="40000"/>
                      <a:lumOff val="60000"/>
                    </a:schemeClr>
                  </a:bgClr>
                </a:pattFill>
                <a:effectLst>
                  <a:innerShdw blurRad="177800">
                    <a:schemeClr val="accent3">
                      <a:lumMod val="50000"/>
                    </a:schemeClr>
                  </a:innerShdw>
                </a:effectLst>
              </a:rPr>
              <a:t>             </a:t>
            </a:r>
            <a:endParaRPr lang="en-US" sz="2800">
              <a:ln w="12700">
                <a:solidFill>
                  <a:schemeClr val="accent3">
                    <a:lumMod val="50000"/>
                  </a:schemeClr>
                </a:solidFill>
                <a:prstDash val="solid"/>
              </a:ln>
              <a:pattFill prst="narHorz">
                <a:fgClr>
                  <a:schemeClr val="accent3"/>
                </a:fgClr>
                <a:bgClr>
                  <a:schemeClr val="accent3">
                    <a:lumMod val="40000"/>
                    <a:lumOff val="60000"/>
                  </a:schemeClr>
                </a:bgClr>
              </a:pattFill>
              <a:effectLst>
                <a:innerShdw blurRad="177800">
                  <a:schemeClr val="accent3">
                    <a:lumMod val="50000"/>
                  </a:schemeClr>
                </a:innerShdw>
              </a:effectLst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69900" y="1949450"/>
            <a:ext cx="10972800" cy="4953000"/>
          </a:xfrm>
        </p:spPr>
        <p:txBody>
          <a:bodyPr/>
          <a:lstStyle/>
          <a:p>
            <a:r>
              <a:rPr lang="en-US" sz="4400"/>
              <a:t>I.</a:t>
            </a:r>
            <a:r>
              <a:rPr lang="en-US"/>
              <a:t>	</a:t>
            </a:r>
            <a:endParaRPr lang="en-US"/>
          </a:p>
          <a:p>
            <a:r>
              <a:rPr lang="en-US" sz="4400"/>
              <a:t>II. </a:t>
            </a:r>
            <a:endParaRPr lang="en-US" sz="4400"/>
          </a:p>
          <a:p>
            <a:r>
              <a:rPr lang="en-US" sz="4400"/>
              <a:t>III.</a:t>
            </a:r>
            <a:endParaRPr lang="en-US" sz="4400"/>
          </a:p>
          <a:p>
            <a:r>
              <a:rPr lang="en-US" sz="4400"/>
              <a:t>IV.</a:t>
            </a:r>
            <a:endParaRPr lang="en-US" sz="4400"/>
          </a:p>
          <a:p>
            <a:pPr marL="0" indent="0">
              <a:buNone/>
            </a:pPr>
            <a:endParaRPr lang="en-US" sz="4400"/>
          </a:p>
        </p:txBody>
      </p:sp>
      <p:sp>
        <p:nvSpPr>
          <p:cNvPr id="4" name="Rounded Rectangle 3"/>
          <p:cNvSpPr/>
          <p:nvPr/>
        </p:nvSpPr>
        <p:spPr>
          <a:xfrm>
            <a:off x="1800225" y="1949450"/>
            <a:ext cx="8407400" cy="615315"/>
          </a:xfrm>
          <a:prstGeom prst="roundRect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>
            <a:scene3d>
              <a:camera prst="orthographicFront"/>
              <a:lightRig rig="threePt" dir="t"/>
            </a:scene3d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en-US" sz="2000" b="0" i="0" u="none" strike="noStrike" cap="none" normalizeH="0" baseline="0" smtClean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  <a:latin typeface="Arial" panose="020B0604020202020204" pitchFamily="34" charset="0"/>
                <a:ea typeface="SimSun" panose="02010600030101010101" pitchFamily="2" charset="-122"/>
              </a:rPr>
              <a:t>What is BDD</a:t>
            </a:r>
            <a:r>
              <a:rPr kumimoji="0" lang="en-US" altLang="zh-CN" sz="2000" b="0" i="0" u="none" strike="noStrike" cap="none" normalizeH="0" baseline="0" smtClean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  <a:latin typeface="Arial" panose="020B0604020202020204" pitchFamily="34" charset="0"/>
                <a:ea typeface="SimSun" panose="02010600030101010101" pitchFamily="2" charset="-122"/>
              </a:rPr>
              <a:t>?</a:t>
            </a:r>
            <a:endParaRPr kumimoji="0" lang="en-US" altLang="zh-CN" sz="2000" b="0" i="0" u="none" strike="noStrike" cap="none" normalizeH="0" baseline="0" smtClean="0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1751965" y="2818130"/>
            <a:ext cx="8407400" cy="615315"/>
          </a:xfrm>
          <a:prstGeom prst="roundRect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>
            <a:scene3d>
              <a:camera prst="orthographicFront"/>
              <a:lightRig rig="threePt" dir="t"/>
            </a:scene3d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2800" b="0" i="0" u="none" strike="noStrike" cap="none" normalizeH="0" baseline="0" smtClean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  <a:latin typeface="Arial" panose="020B0604020202020204" pitchFamily="34" charset="0"/>
                <a:ea typeface="SimSun" panose="02010600030101010101" pitchFamily="2" charset="-122"/>
              </a:rPr>
              <a:t>Cucumber - Gherkin</a:t>
            </a:r>
            <a:endParaRPr kumimoji="0" lang="en-US" altLang="zh-CN" sz="2800" b="0" i="0" u="none" strike="noStrike" cap="none" normalizeH="0" baseline="0" smtClean="0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sp>
        <p:nvSpPr>
          <p:cNvPr id="10" name="Flowchart: Process 9"/>
          <p:cNvSpPr/>
          <p:nvPr/>
        </p:nvSpPr>
        <p:spPr>
          <a:xfrm>
            <a:off x="609600" y="190500"/>
            <a:ext cx="10972800" cy="784860"/>
          </a:xfrm>
          <a:prstGeom prst="flowChartProcess">
            <a:avLst/>
          </a:prstGeom>
          <a:gradFill rotWithShape="0">
            <a:gsLst>
              <a:gs pos="0">
                <a:srgbClr val="012D86"/>
              </a:gs>
              <a:gs pos="100000">
                <a:srgbClr val="0E2557"/>
              </a:gs>
            </a:gsLst>
            <a:lin ang="5400000" scaled="0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50800" dir="5400000" algn="ctr" rotWithShape="0">
              <a:srgbClr val="002060">
                <a:alpha val="38000"/>
              </a:srgbClr>
            </a:outerShdw>
          </a:effectLst>
        </p:spPr>
        <p:txBody>
          <a:bodyPr vert="horz" wrap="none" lIns="91440" tIns="45720" rIns="91440" bIns="45720" numCol="1" anchor="ctr" anchorCtr="0" compatLnSpc="1"/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4000" b="0" i="0" u="none" strike="noStrike" cap="none" normalizeH="0" baseline="0" smtClean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  <a:latin typeface="Arial" panose="020B0604020202020204" pitchFamily="34" charset="0"/>
                <a:ea typeface="SimSun" panose="02010600030101010101" pitchFamily="2" charset="-122"/>
              </a:rPr>
              <a:t>I. Testing funct</a:t>
            </a:r>
            <a:endParaRPr kumimoji="0" lang="en-US" altLang="zh-CN" sz="4000" b="0" i="0" u="none" strike="noStrike" cap="none" normalizeH="0" baseline="0" smtClean="0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1752600" y="1949450"/>
            <a:ext cx="8407400" cy="615315"/>
          </a:xfrm>
          <a:prstGeom prst="roundRect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>
            <a:scene3d>
              <a:camera prst="orthographicFront"/>
              <a:lightRig rig="threePt" dir="t"/>
            </a:scene3d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2800" b="0" i="0" u="none" strike="noStrike" cap="none" normalizeH="0" baseline="0" smtClean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  <a:latin typeface="Arial" panose="020B0604020202020204" pitchFamily="34" charset="0"/>
                <a:ea typeface="SimSun" panose="02010600030101010101" pitchFamily="2" charset="-122"/>
              </a:rPr>
              <a:t>Test function by MANUAL.</a:t>
            </a:r>
            <a:endParaRPr kumimoji="0" lang="en-US" altLang="zh-CN" sz="2800" b="0" i="0" u="none" strike="noStrike" cap="none" normalizeH="0" baseline="0" smtClean="0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1752600" y="3649345"/>
            <a:ext cx="8407400" cy="615315"/>
          </a:xfrm>
          <a:prstGeom prst="roundRect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>
            <a:scene3d>
              <a:camera prst="orthographicFront"/>
              <a:lightRig rig="threePt" dir="t"/>
            </a:scene3d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2800" b="0" i="0" u="none" strike="noStrike" cap="none" normalizeH="0" baseline="0" smtClean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  <a:latin typeface="Arial" panose="020B0604020202020204" pitchFamily="34" charset="0"/>
                <a:ea typeface="SimSun" panose="02010600030101010101" pitchFamily="2" charset="-122"/>
              </a:rPr>
              <a:t>Test function by AUTOMATION.</a:t>
            </a:r>
            <a:endParaRPr kumimoji="0" lang="en-US" altLang="zh-CN" sz="2800" b="0" i="0" u="none" strike="noStrike" cap="none" normalizeH="0" baseline="0" smtClean="0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1751965" y="4455795"/>
            <a:ext cx="8407400" cy="615315"/>
          </a:xfrm>
          <a:prstGeom prst="roundRect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>
            <a:scene3d>
              <a:camera prst="orthographicFront"/>
              <a:lightRig rig="threePt" dir="t"/>
            </a:scene3d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2800" b="0" i="0" u="none" strike="noStrike" cap="none" normalizeH="0" baseline="0" smtClean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  <a:latin typeface="Arial" panose="020B0604020202020204" pitchFamily="34" charset="0"/>
                <a:ea typeface="SimSun" panose="02010600030101010101" pitchFamily="2" charset="-122"/>
              </a:rPr>
              <a:t>Demo &amp; Report</a:t>
            </a:r>
            <a:endParaRPr kumimoji="0" lang="en-US" altLang="zh-CN" sz="2800" b="0" i="0" u="none" strike="noStrike" cap="none" normalizeH="0" baseline="0" smtClean="0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p>
            <a:endParaRPr lang="en-US"/>
          </a:p>
        </p:txBody>
      </p:sp>
      <p:sp>
        <p:nvSpPr>
          <p:cNvPr id="10" name="Flowchart: Process 9"/>
          <p:cNvSpPr/>
          <p:nvPr/>
        </p:nvSpPr>
        <p:spPr>
          <a:xfrm>
            <a:off x="609600" y="190500"/>
            <a:ext cx="10972800" cy="784860"/>
          </a:xfrm>
          <a:prstGeom prst="flowChartProcess">
            <a:avLst/>
          </a:prstGeom>
          <a:gradFill rotWithShape="0">
            <a:gsLst>
              <a:gs pos="0">
                <a:srgbClr val="012D86"/>
              </a:gs>
              <a:gs pos="100000">
                <a:srgbClr val="0E2557"/>
              </a:gs>
            </a:gsLst>
            <a:lin ang="5400000" scaled="0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50800" dir="5400000" algn="ctr" rotWithShape="0">
              <a:srgbClr val="002060">
                <a:alpha val="38000"/>
              </a:srgbClr>
            </a:outerShdw>
          </a:effectLst>
        </p:spPr>
        <p:txBody>
          <a:bodyPr vert="horz" wrap="none" lIns="91440" tIns="45720" rIns="91440" bIns="45720" numCol="1" anchor="ctr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4000" b="0" i="0" u="none" strike="noStrike" cap="none" normalizeH="0" baseline="0" smtClean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  <a:latin typeface="Arial" panose="020B0604020202020204" pitchFamily="34" charset="0"/>
                <a:ea typeface="SimSun" panose="02010600030101010101" pitchFamily="2" charset="-122"/>
              </a:rPr>
              <a:t>I. Test function by MANUAL</a:t>
            </a:r>
            <a:endParaRPr kumimoji="0" lang="en-US" altLang="zh-CN" sz="4000" b="0" i="0" u="none" strike="noStrike" cap="none" normalizeH="0" baseline="0" smtClean="0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sp>
        <p:nvSpPr>
          <p:cNvPr id="7" name="Text Box 6"/>
          <p:cNvSpPr txBox="1"/>
          <p:nvPr/>
        </p:nvSpPr>
        <p:spPr>
          <a:xfrm>
            <a:off x="596900" y="1339850"/>
            <a:ext cx="10820400" cy="3657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Example: Create new User</a:t>
            </a:r>
            <a:endParaRPr lang="en-US"/>
          </a:p>
        </p:txBody>
      </p:sp>
      <p:pic>
        <p:nvPicPr>
          <p:cNvPr id="3" name="Content Placeholder 2" descr="create new"/>
          <p:cNvPicPr>
            <a:picLocks noChangeAspect="1"/>
          </p:cNvPicPr>
          <p:nvPr>
            <p:ph idx="1"/>
          </p:nvPr>
        </p:nvPicPr>
        <p:blipFill>
          <a:blip r:embed="rId1"/>
          <a:stretch>
            <a:fillRect/>
          </a:stretch>
        </p:blipFill>
        <p:spPr>
          <a:xfrm>
            <a:off x="609600" y="1705610"/>
            <a:ext cx="6348730" cy="421449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Flowchart: Process 9"/>
          <p:cNvSpPr/>
          <p:nvPr/>
        </p:nvSpPr>
        <p:spPr>
          <a:xfrm>
            <a:off x="609600" y="190500"/>
            <a:ext cx="10972800" cy="784860"/>
          </a:xfrm>
          <a:prstGeom prst="flowChartProcess">
            <a:avLst/>
          </a:prstGeom>
          <a:gradFill rotWithShape="0">
            <a:gsLst>
              <a:gs pos="0">
                <a:srgbClr val="012D86"/>
              </a:gs>
              <a:gs pos="100000">
                <a:srgbClr val="0E2557"/>
              </a:gs>
            </a:gsLst>
            <a:lin ang="5400000" scaled="0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50800" dir="5400000" algn="ctr" rotWithShape="0">
              <a:srgbClr val="002060">
                <a:alpha val="38000"/>
              </a:srgbClr>
            </a:outerShdw>
          </a:effectLst>
        </p:spPr>
        <p:txBody>
          <a:bodyPr vert="horz" wrap="none" lIns="91440" tIns="45720" rIns="91440" bIns="45720" numCol="1" anchor="ctr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4000" b="0" i="0" u="none" strike="noStrike" cap="none" normalizeH="0" baseline="0" smtClean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  <a:latin typeface="Arial" panose="020B0604020202020204" pitchFamily="34" charset="0"/>
                <a:ea typeface="SimSun" panose="02010600030101010101" pitchFamily="2" charset="-122"/>
              </a:rPr>
              <a:t>I. Test function by MANUAL</a:t>
            </a:r>
            <a:endParaRPr kumimoji="0" lang="en-US" altLang="zh-CN" sz="4000" b="0" i="0" u="none" strike="noStrike" cap="none" normalizeH="0" baseline="0" smtClean="0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sp>
        <p:nvSpPr>
          <p:cNvPr id="3" name="Text Box 2"/>
          <p:cNvSpPr txBox="1"/>
          <p:nvPr/>
        </p:nvSpPr>
        <p:spPr>
          <a:xfrm>
            <a:off x="609600" y="1378585"/>
            <a:ext cx="9816465" cy="393192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marL="0" indent="0">
              <a:buNone/>
            </a:pPr>
            <a:r>
              <a:rPr lang="en-US" b="1" dirty="0" smtClean="0">
                <a:sym typeface="+mn-ea"/>
              </a:rPr>
              <a:t>Precondition</a:t>
            </a:r>
            <a:endParaRPr lang="en-US" b="1" dirty="0" smtClean="0">
              <a:sym typeface="+mn-ea"/>
            </a:endParaRPr>
          </a:p>
          <a:p>
            <a:pPr marL="0" indent="0">
              <a:buNone/>
            </a:pPr>
            <a:r>
              <a:rPr lang="en-US" dirty="0" smtClean="0">
                <a:sym typeface="+mn-ea"/>
              </a:rPr>
              <a:t> 	Logged in successfully using </a:t>
            </a:r>
            <a:r>
              <a:rPr lang="en-US" dirty="0" smtClean="0">
                <a:sym typeface="+mn-ea"/>
                <a:hlinkClick r:id="rId1"/>
              </a:rPr>
              <a:t>admin@yopmail.com</a:t>
            </a:r>
            <a:r>
              <a:rPr lang="en-US" dirty="0" smtClean="0">
                <a:sym typeface="+mn-ea"/>
              </a:rPr>
              <a:t> account</a:t>
            </a:r>
            <a:endParaRPr lang="en-US" dirty="0" smtClean="0"/>
          </a:p>
          <a:p>
            <a:pPr marL="0" indent="0">
              <a:buNone/>
            </a:pPr>
            <a:r>
              <a:rPr lang="en-US" b="1" dirty="0" smtClean="0">
                <a:sym typeface="+mn-ea"/>
              </a:rPr>
              <a:t>Steps</a:t>
            </a:r>
            <a:endParaRPr lang="en-US" b="1" dirty="0" smtClean="0">
              <a:sym typeface="+mn-ea"/>
            </a:endParaRPr>
          </a:p>
          <a:p>
            <a:pPr marL="514350" indent="-514350">
              <a:buAutoNum type="arabicPeriod"/>
            </a:pPr>
            <a:r>
              <a:rPr lang="en-US" dirty="0" smtClean="0">
                <a:sym typeface="+mn-ea"/>
              </a:rPr>
              <a:t>Click on Manage menu</a:t>
            </a:r>
            <a:endParaRPr lang="en-US" dirty="0" smtClean="0"/>
          </a:p>
          <a:p>
            <a:pPr marL="514350" indent="-514350">
              <a:buAutoNum type="arabicPeriod"/>
            </a:pPr>
            <a:r>
              <a:rPr lang="en-US" dirty="0" smtClean="0">
                <a:sym typeface="+mn-ea"/>
              </a:rPr>
              <a:t>Click on Manage Administrators menu</a:t>
            </a:r>
            <a:endParaRPr lang="en-US" dirty="0" smtClean="0"/>
          </a:p>
          <a:p>
            <a:pPr marL="514350" indent="-514350">
              <a:buAutoNum type="arabicPeriod"/>
            </a:pPr>
            <a:r>
              <a:rPr lang="en-US" dirty="0" smtClean="0"/>
              <a:t>Click on Add User button</a:t>
            </a:r>
            <a:endParaRPr lang="en-US" dirty="0" smtClean="0"/>
          </a:p>
          <a:p>
            <a:pPr marL="514350" indent="-514350">
              <a:buAutoNum type="arabicPeriod"/>
            </a:pPr>
            <a:r>
              <a:rPr lang="en-US" dirty="0" smtClean="0">
                <a:sym typeface="+mn-ea"/>
              </a:rPr>
              <a:t>Input First Name, Last Name and Email.</a:t>
            </a:r>
            <a:endParaRPr lang="en-US" dirty="0" smtClean="0"/>
          </a:p>
          <a:p>
            <a:pPr marL="514350" indent="-514350">
              <a:buAutoNum type="arabicPeriod"/>
            </a:pPr>
            <a:r>
              <a:rPr lang="en-US" dirty="0" smtClean="0">
                <a:sym typeface="+mn-ea"/>
              </a:rPr>
              <a:t>Click on Save button</a:t>
            </a:r>
            <a:endParaRPr lang="en-US" dirty="0" smtClean="0">
              <a:sym typeface="+mn-ea"/>
            </a:endParaRPr>
          </a:p>
          <a:p>
            <a:pPr indent="0">
              <a:buNone/>
            </a:pPr>
            <a:endParaRPr lang="en-US"/>
          </a:p>
          <a:p>
            <a:pPr marL="0" indent="0">
              <a:buNone/>
            </a:pPr>
            <a:r>
              <a:rPr lang="en-US" b="1" dirty="0" smtClean="0">
                <a:sym typeface="+mn-ea"/>
              </a:rPr>
              <a:t>Expected</a:t>
            </a:r>
            <a:endParaRPr lang="en-US" b="1" dirty="0" smtClean="0">
              <a:sym typeface="+mn-ea"/>
            </a:endParaRPr>
          </a:p>
          <a:p>
            <a:pPr marL="0" indent="0">
              <a:buNone/>
            </a:pPr>
            <a:r>
              <a:rPr lang="en-US" dirty="0" smtClean="0">
                <a:sym typeface="+mn-ea"/>
              </a:rPr>
              <a:t>5.1   System navigates to Manage System Administrators screen.</a:t>
            </a:r>
            <a:endParaRPr lang="en-US" dirty="0" smtClean="0">
              <a:sym typeface="+mn-ea"/>
            </a:endParaRPr>
          </a:p>
          <a:p>
            <a:pPr marL="0" indent="0">
              <a:buNone/>
            </a:pPr>
            <a:r>
              <a:rPr lang="en-US" dirty="0" smtClean="0">
                <a:sym typeface="+mn-ea"/>
              </a:rPr>
              <a:t>5.2   User is displayed on screen.</a:t>
            </a:r>
            <a:endParaRPr lang="en-US" dirty="0"/>
          </a:p>
          <a:p>
            <a:pPr indent="0">
              <a:buNone/>
            </a:pPr>
            <a:endParaRPr lang="en-US"/>
          </a:p>
          <a:p>
            <a:pPr indent="0">
              <a:buNone/>
            </a:pPr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p>
            <a:endParaRPr lang="en-US"/>
          </a:p>
        </p:txBody>
      </p:sp>
      <p:sp>
        <p:nvSpPr>
          <p:cNvPr id="10" name="Flowchart: Process 9"/>
          <p:cNvSpPr/>
          <p:nvPr/>
        </p:nvSpPr>
        <p:spPr>
          <a:xfrm>
            <a:off x="609600" y="190500"/>
            <a:ext cx="10972800" cy="784860"/>
          </a:xfrm>
          <a:prstGeom prst="flowChartProcess">
            <a:avLst/>
          </a:prstGeom>
          <a:gradFill rotWithShape="0">
            <a:gsLst>
              <a:gs pos="0">
                <a:srgbClr val="012D86"/>
              </a:gs>
              <a:gs pos="100000">
                <a:srgbClr val="0E2557"/>
              </a:gs>
            </a:gsLst>
            <a:lin ang="5400000" scaled="0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50800" dir="5400000" algn="ctr" rotWithShape="0">
              <a:srgbClr val="002060">
                <a:alpha val="38000"/>
              </a:srgbClr>
            </a:outerShdw>
          </a:effectLst>
        </p:spPr>
        <p:txBody>
          <a:bodyPr vert="horz" wrap="none" lIns="91440" tIns="45720" rIns="91440" bIns="45720" numCol="1" anchor="ctr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4000" b="0" i="0" u="none" strike="noStrike" cap="none" normalizeH="0" baseline="0" smtClean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  <a:latin typeface="Arial" panose="020B0604020202020204" pitchFamily="34" charset="0"/>
                <a:ea typeface="SimSun" panose="02010600030101010101" pitchFamily="2" charset="-122"/>
              </a:rPr>
              <a:t>II. Cucumber - Gherkin.</a:t>
            </a:r>
            <a:endParaRPr kumimoji="0" lang="en-US" altLang="zh-CN" sz="4000" b="0" i="0" u="none" strike="noStrike" cap="none" normalizeH="0" baseline="0" smtClean="0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609600" y="1120140"/>
            <a:ext cx="10972800" cy="433705"/>
          </a:xfrm>
          <a:prstGeom prst="roundRect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800" b="1" i="0" u="none" strike="noStrike" cap="none" normalizeH="0" baseline="0" smtClean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1. Cucumber.</a:t>
            </a:r>
            <a:endParaRPr kumimoji="0" lang="en-US" altLang="zh-CN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sp>
        <p:nvSpPr>
          <p:cNvPr id="6" name="Text Box 5"/>
          <p:cNvSpPr txBox="1"/>
          <p:nvPr/>
        </p:nvSpPr>
        <p:spPr>
          <a:xfrm>
            <a:off x="4446905" y="1804670"/>
            <a:ext cx="7158355" cy="393192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sz="2800"/>
              <a:t>A cucumber is a tool based on Behavior Driven Development (BDD) framework which is used to write acceptance tests for the web application.</a:t>
            </a:r>
            <a:endParaRPr lang="en-US" sz="2800"/>
          </a:p>
          <a:p>
            <a:endParaRPr lang="en-US" sz="2800"/>
          </a:p>
          <a:p>
            <a:r>
              <a:rPr lang="en-US" sz="2800"/>
              <a:t>It lets us define application behavior in plain meaningful English text using a simple grammar defined by a language called Gherkin. </a:t>
            </a:r>
            <a:endParaRPr lang="en-US" sz="2800"/>
          </a:p>
        </p:txBody>
      </p:sp>
      <p:pic>
        <p:nvPicPr>
          <p:cNvPr id="7" name="Content Placeholder 6" descr="download"/>
          <p:cNvPicPr>
            <a:picLocks noChangeAspect="1"/>
          </p:cNvPicPr>
          <p:nvPr>
            <p:ph idx="1"/>
          </p:nvPr>
        </p:nvPicPr>
        <p:blipFill>
          <a:blip r:embed="rId1"/>
          <a:stretch>
            <a:fillRect/>
          </a:stretch>
        </p:blipFill>
        <p:spPr>
          <a:xfrm>
            <a:off x="609600" y="1804670"/>
            <a:ext cx="3693795" cy="157607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p>
            <a:endParaRPr lang="en-US"/>
          </a:p>
        </p:txBody>
      </p:sp>
      <p:sp>
        <p:nvSpPr>
          <p:cNvPr id="10" name="Flowchart: Process 9"/>
          <p:cNvSpPr/>
          <p:nvPr/>
        </p:nvSpPr>
        <p:spPr>
          <a:xfrm>
            <a:off x="609600" y="190500"/>
            <a:ext cx="10972800" cy="784860"/>
          </a:xfrm>
          <a:prstGeom prst="flowChartProcess">
            <a:avLst/>
          </a:prstGeom>
          <a:gradFill rotWithShape="0">
            <a:gsLst>
              <a:gs pos="0">
                <a:srgbClr val="012D86"/>
              </a:gs>
              <a:gs pos="100000">
                <a:srgbClr val="0E2557"/>
              </a:gs>
            </a:gsLst>
            <a:lin ang="5400000" scaled="0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50800" dir="5400000" algn="ctr" rotWithShape="0">
              <a:srgbClr val="002060">
                <a:alpha val="38000"/>
              </a:srgbClr>
            </a:outerShdw>
          </a:effectLst>
        </p:spPr>
        <p:txBody>
          <a:bodyPr vert="horz" wrap="none" lIns="91440" tIns="45720" rIns="91440" bIns="45720" numCol="1" anchor="ctr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4000" b="0" i="0" u="none" strike="noStrike" cap="none" normalizeH="0" baseline="0" smtClean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  <a:latin typeface="Arial" panose="020B0604020202020204" pitchFamily="34" charset="0"/>
                <a:ea typeface="SimSun" panose="02010600030101010101" pitchFamily="2" charset="-122"/>
              </a:rPr>
              <a:t>II. Cucumber - Gherkin.</a:t>
            </a:r>
            <a:endParaRPr kumimoji="0" lang="en-US" altLang="zh-CN" sz="4000" b="0" i="0" u="none" strike="noStrike" cap="none" normalizeH="0" baseline="0" smtClean="0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609600" y="1120140"/>
            <a:ext cx="10972800" cy="433705"/>
          </a:xfrm>
          <a:prstGeom prst="roundRect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800" b="1" i="0" u="none" strike="noStrike" cap="none" normalizeH="0" baseline="0" smtClean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2. Gherkin - Definition </a:t>
            </a:r>
            <a:endParaRPr kumimoji="0" lang="en-US" altLang="zh-CN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sp>
        <p:nvSpPr>
          <p:cNvPr id="3" name="Text Box 2"/>
          <p:cNvSpPr txBox="1"/>
          <p:nvPr/>
        </p:nvSpPr>
        <p:spPr>
          <a:xfrm>
            <a:off x="619760" y="1746885"/>
            <a:ext cx="10960735" cy="35052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sz="3200"/>
              <a:t>-	Gherkin is plain-text language with a little extra structure.</a:t>
            </a:r>
            <a:endParaRPr lang="en-US" sz="3200"/>
          </a:p>
          <a:p>
            <a:r>
              <a:rPr lang="en-US" sz="3200"/>
              <a:t>- 	Gherkin is designed to be easy to learn by non-programmers</a:t>
            </a:r>
            <a:endParaRPr lang="en-US" sz="3200"/>
          </a:p>
          <a:p>
            <a:r>
              <a:rPr lang="en-US" sz="3200"/>
              <a:t>-	Yet structured enough to allow concise description of examples to illustrate business rules in most real-world domains.</a:t>
            </a:r>
            <a:endParaRPr lang="en-US" sz="320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p>
            <a:endParaRPr lang="en-US"/>
          </a:p>
        </p:txBody>
      </p:sp>
      <p:sp>
        <p:nvSpPr>
          <p:cNvPr id="10" name="Flowchart: Process 9"/>
          <p:cNvSpPr/>
          <p:nvPr/>
        </p:nvSpPr>
        <p:spPr>
          <a:xfrm>
            <a:off x="609600" y="190500"/>
            <a:ext cx="10972800" cy="784860"/>
          </a:xfrm>
          <a:prstGeom prst="flowChartProcess">
            <a:avLst/>
          </a:prstGeom>
          <a:gradFill rotWithShape="0">
            <a:gsLst>
              <a:gs pos="0">
                <a:srgbClr val="012D86"/>
              </a:gs>
              <a:gs pos="100000">
                <a:srgbClr val="0E2557"/>
              </a:gs>
            </a:gsLst>
            <a:lin ang="5400000" scaled="0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50800" dir="5400000" algn="ctr" rotWithShape="0">
              <a:srgbClr val="002060">
                <a:alpha val="38000"/>
              </a:srgbClr>
            </a:outerShdw>
          </a:effectLst>
        </p:spPr>
        <p:txBody>
          <a:bodyPr vert="horz" wrap="none" lIns="91440" tIns="45720" rIns="91440" bIns="45720" numCol="1" anchor="ctr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4000" b="0" i="0" u="none" strike="noStrike" cap="none" normalizeH="0" baseline="0" smtClean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  <a:latin typeface="Arial" panose="020B0604020202020204" pitchFamily="34" charset="0"/>
                <a:ea typeface="SimSun" panose="02010600030101010101" pitchFamily="2" charset="-122"/>
              </a:rPr>
              <a:t>II. Cucumber - Gherkin.</a:t>
            </a:r>
            <a:endParaRPr kumimoji="0" lang="en-US" altLang="zh-CN" sz="4000" b="0" i="0" u="none" strike="noStrike" cap="none" normalizeH="0" baseline="0" smtClean="0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609600" y="1120140"/>
            <a:ext cx="10972800" cy="433705"/>
          </a:xfrm>
          <a:prstGeom prst="roundRect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800" b="1" i="0" u="none" strike="noStrike" cap="none" normalizeH="0" baseline="0" smtClean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2. Gherkin - Elements</a:t>
            </a:r>
            <a:endParaRPr kumimoji="0" lang="en-US" altLang="zh-CN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sp>
        <p:nvSpPr>
          <p:cNvPr id="2" name="Text Box 1"/>
          <p:cNvSpPr txBox="1"/>
          <p:nvPr/>
        </p:nvSpPr>
        <p:spPr>
          <a:xfrm>
            <a:off x="579755" y="1757045"/>
            <a:ext cx="11030585" cy="374904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sz="2400">
                <a:solidFill>
                  <a:srgbClr val="92D050"/>
                </a:solidFill>
              </a:rPr>
              <a:t>Feature:</a:t>
            </a:r>
            <a:r>
              <a:rPr lang="en-US" sz="2400"/>
              <a:t> Some terse yet descriptive text of what is desired starts the feature and gives it a title</a:t>
            </a:r>
            <a:endParaRPr lang="en-US" sz="2400"/>
          </a:p>
          <a:p>
            <a:endParaRPr lang="en-US" sz="2400"/>
          </a:p>
          <a:p>
            <a:r>
              <a:rPr lang="en-US" sz="2400">
                <a:solidFill>
                  <a:srgbClr val="92D050"/>
                </a:solidFill>
              </a:rPr>
              <a:t>Scenario:</a:t>
            </a:r>
            <a:r>
              <a:rPr lang="en-US" sz="2400"/>
              <a:t> Some determinable business situation starts the scenario, and contains a description of the scenario</a:t>
            </a:r>
            <a:endParaRPr lang="en-US" sz="2400"/>
          </a:p>
          <a:p>
            <a:endParaRPr lang="en-US" sz="2400"/>
          </a:p>
          <a:p>
            <a:r>
              <a:rPr lang="en-US" sz="2400">
                <a:solidFill>
                  <a:srgbClr val="00B0F0"/>
                </a:solidFill>
              </a:rPr>
              <a:t>Given</a:t>
            </a:r>
            <a:r>
              <a:rPr lang="en-US" sz="2400"/>
              <a:t> steps is to put the system in a known state before the user (or external system) starts interacting with the system</a:t>
            </a:r>
            <a:endParaRPr lang="en-US" sz="2400"/>
          </a:p>
          <a:p>
            <a:endParaRPr lang="en-US" sz="2400"/>
          </a:p>
          <a:p>
            <a:r>
              <a:rPr lang="en-US" sz="2400"/>
              <a:t>When</a:t>
            </a:r>
            <a:endParaRPr lang="en-US" sz="240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p>
            <a:endParaRPr lang="en-US"/>
          </a:p>
        </p:txBody>
      </p:sp>
      <p:sp>
        <p:nvSpPr>
          <p:cNvPr id="10" name="Flowchart: Process 9"/>
          <p:cNvSpPr/>
          <p:nvPr/>
        </p:nvSpPr>
        <p:spPr>
          <a:xfrm>
            <a:off x="609600" y="190500"/>
            <a:ext cx="10972800" cy="784860"/>
          </a:xfrm>
          <a:prstGeom prst="flowChartProcess">
            <a:avLst/>
          </a:prstGeom>
          <a:gradFill rotWithShape="0">
            <a:gsLst>
              <a:gs pos="0">
                <a:srgbClr val="012D86"/>
              </a:gs>
              <a:gs pos="100000">
                <a:srgbClr val="0E2557"/>
              </a:gs>
            </a:gsLst>
            <a:lin ang="5400000" scaled="0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50800" dir="5400000" algn="ctr" rotWithShape="0">
              <a:srgbClr val="002060">
                <a:alpha val="38000"/>
              </a:srgbClr>
            </a:outerShdw>
          </a:effectLst>
        </p:spPr>
        <p:txBody>
          <a:bodyPr vert="horz" wrap="none" lIns="91440" tIns="45720" rIns="91440" bIns="45720" numCol="1" anchor="ctr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4000" b="0" i="0" u="none" strike="noStrike" cap="none" normalizeH="0" baseline="0" smtClean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  <a:latin typeface="Arial" panose="020B0604020202020204" pitchFamily="34" charset="0"/>
                <a:ea typeface="SimSun" panose="02010600030101010101" pitchFamily="2" charset="-122"/>
              </a:rPr>
              <a:t>II. Cucumber - Gherkin.</a:t>
            </a:r>
            <a:endParaRPr kumimoji="0" lang="en-US" altLang="zh-CN" sz="4000" b="0" i="0" u="none" strike="noStrike" cap="none" normalizeH="0" baseline="0" smtClean="0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609600" y="1120140"/>
            <a:ext cx="10972800" cy="433705"/>
          </a:xfrm>
          <a:prstGeom prst="roundRect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800" b="1" i="0" u="none" strike="noStrike" cap="none" normalizeH="0" baseline="0" smtClean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2. Gherkin - Elements</a:t>
            </a:r>
            <a:endParaRPr kumimoji="0" lang="en-US" altLang="zh-CN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sp>
        <p:nvSpPr>
          <p:cNvPr id="2" name="Text Box 1"/>
          <p:cNvSpPr txBox="1"/>
          <p:nvPr/>
        </p:nvSpPr>
        <p:spPr>
          <a:xfrm>
            <a:off x="579755" y="1757045"/>
            <a:ext cx="11030585" cy="33832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sz="2400">
                <a:solidFill>
                  <a:srgbClr val="00B0F0"/>
                </a:solidFill>
              </a:rPr>
              <a:t>When </a:t>
            </a:r>
            <a:r>
              <a:rPr lang="en-US" sz="2400">
                <a:solidFill>
                  <a:schemeClr val="tx1"/>
                </a:solidFill>
              </a:rPr>
              <a:t>steps is to describe the key action the user performs</a:t>
            </a:r>
            <a:endParaRPr lang="en-US" sz="2400">
              <a:solidFill>
                <a:schemeClr val="tx1"/>
              </a:solidFill>
            </a:endParaRPr>
          </a:p>
          <a:p>
            <a:endParaRPr lang="en-US" sz="2400">
              <a:solidFill>
                <a:schemeClr val="tx1"/>
              </a:solidFill>
            </a:endParaRPr>
          </a:p>
          <a:p>
            <a:r>
              <a:rPr lang="en-US" sz="2400">
                <a:solidFill>
                  <a:srgbClr val="00B0F0"/>
                </a:solidFill>
              </a:rPr>
              <a:t>Then </a:t>
            </a:r>
            <a:r>
              <a:rPr lang="en-US" sz="2400">
                <a:solidFill>
                  <a:schemeClr val="tx1"/>
                </a:solidFill>
              </a:rPr>
              <a:t>steps is to observe outcomes. The observations should be related to the business value/benefit in your feature description. The observations should inspect the output of the system (a report, user interface, message, command output)</a:t>
            </a:r>
            <a:endParaRPr lang="en-US" sz="2400">
              <a:solidFill>
                <a:schemeClr val="tx1"/>
              </a:solidFill>
            </a:endParaRPr>
          </a:p>
          <a:p>
            <a:endParaRPr lang="en-US" sz="2400">
              <a:solidFill>
                <a:schemeClr val="tx1"/>
              </a:solidFill>
            </a:endParaRPr>
          </a:p>
          <a:p>
            <a:r>
              <a:rPr lang="en-US" sz="2400">
                <a:solidFill>
                  <a:srgbClr val="00B0F0"/>
                </a:solidFill>
              </a:rPr>
              <a:t>And, But </a:t>
            </a:r>
            <a:r>
              <a:rPr lang="en-US" sz="2400">
                <a:solidFill>
                  <a:schemeClr val="tx1"/>
                </a:solidFill>
              </a:rPr>
              <a:t>is writed if your scenario have several Given, When or Then steps, allowing your Scenario to read more fluently</a:t>
            </a:r>
            <a:endParaRPr lang="en-US" sz="2400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p>
            <a:endParaRPr lang="en-US"/>
          </a:p>
        </p:txBody>
      </p:sp>
      <p:sp>
        <p:nvSpPr>
          <p:cNvPr id="10" name="Flowchart: Process 9"/>
          <p:cNvSpPr/>
          <p:nvPr/>
        </p:nvSpPr>
        <p:spPr>
          <a:xfrm>
            <a:off x="609600" y="190500"/>
            <a:ext cx="10972800" cy="784860"/>
          </a:xfrm>
          <a:prstGeom prst="flowChartProcess">
            <a:avLst/>
          </a:prstGeom>
          <a:gradFill rotWithShape="0">
            <a:gsLst>
              <a:gs pos="0">
                <a:srgbClr val="012D86"/>
              </a:gs>
              <a:gs pos="100000">
                <a:srgbClr val="0E2557"/>
              </a:gs>
            </a:gsLst>
            <a:lin ang="5400000" scaled="0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50800" dir="5400000" algn="ctr" rotWithShape="0">
              <a:srgbClr val="002060">
                <a:alpha val="38000"/>
              </a:srgbClr>
            </a:outerShdw>
          </a:effectLst>
        </p:spPr>
        <p:txBody>
          <a:bodyPr vert="horz" wrap="none" lIns="91440" tIns="45720" rIns="91440" bIns="45720" numCol="1" anchor="ctr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4000" b="0" i="0" u="none" strike="noStrike" cap="none" normalizeH="0" baseline="0" smtClean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  <a:latin typeface="Arial" panose="020B0604020202020204" pitchFamily="34" charset="0"/>
                <a:ea typeface="SimSun" panose="02010600030101010101" pitchFamily="2" charset="-122"/>
              </a:rPr>
              <a:t>II. Cucumber - Gherkin.</a:t>
            </a:r>
            <a:endParaRPr kumimoji="0" lang="en-US" altLang="zh-CN" sz="4000" b="0" i="0" u="none" strike="noStrike" cap="none" normalizeH="0" baseline="0" smtClean="0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609600" y="1120140"/>
            <a:ext cx="10972800" cy="433705"/>
          </a:xfrm>
          <a:prstGeom prst="roundRect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800" b="1" i="0" u="none" strike="noStrike" cap="none" normalizeH="0" baseline="0" smtClean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2. Gherkin - Elements</a:t>
            </a:r>
            <a:endParaRPr kumimoji="0" lang="en-US" altLang="zh-CN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sp>
        <p:nvSpPr>
          <p:cNvPr id="2" name="Text Box 1"/>
          <p:cNvSpPr txBox="1"/>
          <p:nvPr/>
        </p:nvSpPr>
        <p:spPr>
          <a:xfrm>
            <a:off x="579755" y="1757045"/>
            <a:ext cx="11030585" cy="26517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sz="2400">
                <a:solidFill>
                  <a:schemeClr val="tx1"/>
                </a:solidFill>
              </a:rPr>
              <a:t>Background: ...</a:t>
            </a:r>
            <a:endParaRPr lang="en-US" sz="2400">
              <a:solidFill>
                <a:schemeClr val="tx1"/>
              </a:solidFill>
            </a:endParaRPr>
          </a:p>
          <a:p>
            <a:endParaRPr lang="en-US" sz="2400">
              <a:solidFill>
                <a:schemeClr val="tx1"/>
              </a:solidFill>
            </a:endParaRPr>
          </a:p>
          <a:p>
            <a:r>
              <a:rPr lang="en-US" sz="2400">
                <a:solidFill>
                  <a:schemeClr val="tx1"/>
                </a:solidFill>
              </a:rPr>
              <a:t>Scenario Outline:...</a:t>
            </a:r>
            <a:endParaRPr lang="en-US" sz="2400">
              <a:solidFill>
                <a:schemeClr val="tx1"/>
              </a:solidFill>
            </a:endParaRPr>
          </a:p>
          <a:p>
            <a:endParaRPr lang="en-US" sz="2400">
              <a:solidFill>
                <a:schemeClr val="tx1"/>
              </a:solidFill>
            </a:endParaRPr>
          </a:p>
          <a:p>
            <a:r>
              <a:rPr lang="en-US" sz="2400">
                <a:solidFill>
                  <a:schemeClr val="tx1"/>
                </a:solidFill>
              </a:rPr>
              <a:t>Tables:</a:t>
            </a:r>
            <a:endParaRPr lang="en-US" sz="2400">
              <a:solidFill>
                <a:schemeClr val="tx1"/>
              </a:solidFill>
            </a:endParaRPr>
          </a:p>
          <a:p>
            <a:endParaRPr lang="en-US" sz="2400">
              <a:solidFill>
                <a:schemeClr val="tx1"/>
              </a:solidFill>
            </a:endParaRPr>
          </a:p>
          <a:p>
            <a:r>
              <a:rPr lang="en-US" sz="2400">
                <a:solidFill>
                  <a:schemeClr val="tx1"/>
                </a:solidFill>
              </a:rPr>
              <a:t>Tabs:....</a:t>
            </a:r>
            <a:endParaRPr lang="en-US" sz="2400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p>
            <a:endParaRPr lang="en-US"/>
          </a:p>
        </p:txBody>
      </p:sp>
      <p:sp>
        <p:nvSpPr>
          <p:cNvPr id="10" name="Flowchart: Process 9"/>
          <p:cNvSpPr/>
          <p:nvPr/>
        </p:nvSpPr>
        <p:spPr>
          <a:xfrm>
            <a:off x="609600" y="190500"/>
            <a:ext cx="10972800" cy="784860"/>
          </a:xfrm>
          <a:prstGeom prst="flowChartProcess">
            <a:avLst/>
          </a:prstGeom>
          <a:gradFill rotWithShape="0">
            <a:gsLst>
              <a:gs pos="0">
                <a:srgbClr val="012D86"/>
              </a:gs>
              <a:gs pos="100000">
                <a:srgbClr val="0E2557"/>
              </a:gs>
            </a:gsLst>
            <a:lin ang="5400000" scaled="0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50800" dir="5400000" algn="ctr" rotWithShape="0">
              <a:srgbClr val="002060">
                <a:alpha val="38000"/>
              </a:srgbClr>
            </a:outerShdw>
          </a:effectLst>
        </p:spPr>
        <p:txBody>
          <a:bodyPr vert="horz" wrap="none" lIns="91440" tIns="45720" rIns="91440" bIns="45720" numCol="1" anchor="ctr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4000" b="0" i="0" u="none" strike="noStrike" cap="none" normalizeH="0" baseline="0" smtClean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  <a:latin typeface="Arial" panose="020B0604020202020204" pitchFamily="34" charset="0"/>
                <a:ea typeface="SimSun" panose="02010600030101010101" pitchFamily="2" charset="-122"/>
              </a:rPr>
              <a:t>II. Cucumber - Gherkin.</a:t>
            </a:r>
            <a:endParaRPr kumimoji="0" lang="en-US" altLang="zh-CN" sz="4000" b="0" i="0" u="none" strike="noStrike" cap="none" normalizeH="0" baseline="0" smtClean="0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608330" y="1149350"/>
            <a:ext cx="10972800" cy="433705"/>
          </a:xfrm>
          <a:prstGeom prst="roundRect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800" b="1" i="0" u="none" strike="noStrike" cap="none" normalizeH="0" baseline="0" smtClean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3. Gherkin - Generating Steps</a:t>
            </a:r>
            <a:endParaRPr kumimoji="0" lang="en-US" altLang="zh-CN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07695" y="1694815"/>
            <a:ext cx="4485005" cy="3982085"/>
          </a:xfrm>
          <a:prstGeom prst="roundRect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none" lIns="91440" tIns="45720" rIns="91440" bIns="45720" numCol="1" anchor="ctr" anchorCtr="0" compatLnSpc="1"/>
          <a:p>
            <a:pPr marL="0" indent="0" algn="l">
              <a:buNone/>
            </a:pPr>
            <a:endParaRPr lang="en-US" sz="1600" b="1" dirty="0" smtClean="0">
              <a:sym typeface="+mn-ea"/>
            </a:endParaRPr>
          </a:p>
          <a:p>
            <a:pPr marL="0" indent="0" algn="l">
              <a:buNone/>
            </a:pPr>
            <a:endParaRPr lang="en-US" sz="1600" b="1" dirty="0" smtClean="0">
              <a:sym typeface="+mn-ea"/>
            </a:endParaRPr>
          </a:p>
          <a:p>
            <a:pPr marL="0" indent="0" algn="l">
              <a:buNone/>
            </a:pPr>
            <a:r>
              <a:rPr lang="en-US" sz="1600" b="1" dirty="0" smtClean="0">
                <a:sym typeface="+mn-ea"/>
              </a:rPr>
              <a:t>Precondition</a:t>
            </a:r>
            <a:endParaRPr lang="en-US" sz="1600" b="1" dirty="0" smtClean="0">
              <a:sym typeface="+mn-ea"/>
            </a:endParaRPr>
          </a:p>
          <a:p>
            <a:pPr marL="0" indent="0" algn="l">
              <a:buNone/>
            </a:pPr>
            <a:r>
              <a:rPr lang="en-US" sz="1600" dirty="0" smtClean="0">
                <a:sym typeface="+mn-ea"/>
              </a:rPr>
              <a:t> Logged in successfully using </a:t>
            </a:r>
            <a:endParaRPr lang="en-US" sz="1600" dirty="0" smtClean="0">
              <a:sym typeface="+mn-ea"/>
            </a:endParaRPr>
          </a:p>
          <a:p>
            <a:pPr marL="0" indent="0" algn="l">
              <a:buNone/>
            </a:pPr>
            <a:r>
              <a:rPr lang="en-US" sz="1600" dirty="0" smtClean="0">
                <a:sym typeface="+mn-ea"/>
                <a:hlinkClick r:id="rId1"/>
              </a:rPr>
              <a:t>admin@yopmail.com</a:t>
            </a:r>
            <a:r>
              <a:rPr lang="en-US" sz="1600" dirty="0" smtClean="0">
                <a:sym typeface="+mn-ea"/>
              </a:rPr>
              <a:t> account</a:t>
            </a:r>
            <a:endParaRPr lang="en-US" sz="1600" dirty="0" smtClean="0"/>
          </a:p>
          <a:p>
            <a:pPr marL="0" indent="0" algn="l">
              <a:buNone/>
            </a:pPr>
            <a:r>
              <a:rPr lang="en-US" sz="1600" b="1" dirty="0" smtClean="0">
                <a:sym typeface="+mn-ea"/>
              </a:rPr>
              <a:t>Steps</a:t>
            </a:r>
            <a:endParaRPr lang="en-US" sz="1600" b="1" dirty="0" smtClean="0">
              <a:sym typeface="+mn-ea"/>
            </a:endParaRPr>
          </a:p>
          <a:p>
            <a:pPr marL="514350" indent="-514350" algn="l">
              <a:buAutoNum type="arabicPeriod"/>
            </a:pPr>
            <a:r>
              <a:rPr lang="en-US" sz="1600" dirty="0" smtClean="0">
                <a:sym typeface="+mn-ea"/>
              </a:rPr>
              <a:t>Click on Manage menu</a:t>
            </a:r>
            <a:endParaRPr lang="en-US" sz="1600" dirty="0" smtClean="0"/>
          </a:p>
          <a:p>
            <a:pPr marL="514350" indent="-514350" algn="l">
              <a:buAutoNum type="arabicPeriod"/>
            </a:pPr>
            <a:r>
              <a:rPr lang="en-US" sz="1600" dirty="0" smtClean="0">
                <a:sym typeface="+mn-ea"/>
              </a:rPr>
              <a:t>Click on Manage Administrators menu</a:t>
            </a:r>
            <a:endParaRPr lang="en-US" sz="1600" dirty="0" smtClean="0"/>
          </a:p>
          <a:p>
            <a:pPr marL="514350" indent="-514350" algn="l">
              <a:buAutoNum type="arabicPeriod"/>
            </a:pPr>
            <a:r>
              <a:rPr lang="en-US" sz="1600" dirty="0" smtClean="0">
                <a:sym typeface="+mn-ea"/>
              </a:rPr>
              <a:t>Click on Add User button</a:t>
            </a:r>
            <a:endParaRPr lang="en-US" sz="1600" dirty="0" smtClean="0"/>
          </a:p>
          <a:p>
            <a:pPr marL="514350" indent="-514350" algn="l">
              <a:buAutoNum type="arabicPeriod"/>
            </a:pPr>
            <a:r>
              <a:rPr lang="en-US" sz="1600" dirty="0" smtClean="0">
                <a:sym typeface="+mn-ea"/>
              </a:rPr>
              <a:t>Input First Name, Last Name and Email.</a:t>
            </a:r>
            <a:endParaRPr lang="en-US" sz="1600" dirty="0" smtClean="0"/>
          </a:p>
          <a:p>
            <a:pPr marL="514350" indent="-514350" algn="l">
              <a:buAutoNum type="arabicPeriod"/>
            </a:pPr>
            <a:r>
              <a:rPr lang="en-US" sz="1600" dirty="0" smtClean="0">
                <a:sym typeface="+mn-ea"/>
              </a:rPr>
              <a:t>Click on Save button</a:t>
            </a:r>
            <a:endParaRPr lang="en-US" sz="1600" dirty="0" smtClean="0">
              <a:sym typeface="+mn-ea"/>
            </a:endParaRPr>
          </a:p>
          <a:p>
            <a:pPr indent="0" algn="l">
              <a:buNone/>
            </a:pPr>
            <a:endParaRPr lang="en-US" sz="1600"/>
          </a:p>
          <a:p>
            <a:pPr marL="0" indent="0" algn="l">
              <a:buNone/>
            </a:pPr>
            <a:r>
              <a:rPr lang="en-US" sz="1600" b="1" dirty="0" smtClean="0">
                <a:sym typeface="+mn-ea"/>
              </a:rPr>
              <a:t>Expected</a:t>
            </a:r>
            <a:endParaRPr lang="en-US" sz="1600" b="1" dirty="0" smtClean="0">
              <a:sym typeface="+mn-ea"/>
            </a:endParaRPr>
          </a:p>
          <a:p>
            <a:pPr marL="0" indent="0" algn="l">
              <a:buNone/>
            </a:pPr>
            <a:r>
              <a:rPr lang="en-US" sz="1600" dirty="0" smtClean="0">
                <a:sym typeface="+mn-ea"/>
              </a:rPr>
              <a:t>5.1   System navigates to Manage </a:t>
            </a:r>
            <a:endParaRPr lang="en-US" sz="1600" dirty="0" smtClean="0">
              <a:sym typeface="+mn-ea"/>
            </a:endParaRPr>
          </a:p>
          <a:p>
            <a:pPr marL="0" indent="0" algn="l">
              <a:buNone/>
            </a:pPr>
            <a:r>
              <a:rPr lang="en-US" sz="1600" dirty="0" smtClean="0">
                <a:sym typeface="+mn-ea"/>
              </a:rPr>
              <a:t>System Administrators screen.</a:t>
            </a:r>
            <a:endParaRPr lang="en-US" sz="1600" dirty="0" smtClean="0">
              <a:sym typeface="+mn-ea"/>
            </a:endParaRPr>
          </a:p>
          <a:p>
            <a:pPr marL="0" indent="0" algn="l">
              <a:buNone/>
            </a:pPr>
            <a:r>
              <a:rPr lang="en-US" sz="1600" dirty="0" smtClean="0">
                <a:sym typeface="+mn-ea"/>
              </a:rPr>
              <a:t>5.2   User is displayed on screen.</a:t>
            </a:r>
            <a:endParaRPr lang="en-US" sz="1600" dirty="0"/>
          </a:p>
          <a:p>
            <a:pPr indent="0" algn="l">
              <a:buNone/>
            </a:pPr>
            <a:endParaRPr lang="en-US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5718175" y="1694815"/>
            <a:ext cx="5864225" cy="3982085"/>
          </a:xfrm>
          <a:prstGeom prst="roundRect">
            <a:avLst/>
          </a:prstGeom>
          <a:ln>
            <a:headEnd type="none" w="med" len="med"/>
            <a:tailEnd type="none" w="med" len="med"/>
          </a:ln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zh-CN" altLang="en-US" sz="1600" smtClean="0">
                <a:ln>
                  <a:noFill/>
                </a:ln>
                <a:solidFill>
                  <a:srgbClr val="92D050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  <a:sym typeface="+mn-ea"/>
              </a:rPr>
              <a:t>Scenario</a:t>
            </a:r>
            <a:r>
              <a:rPr lang="zh-CN" altLang="en-US" sz="1600" smtClean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  <a:sym typeface="+mn-ea"/>
              </a:rPr>
              <a:t>: </a:t>
            </a:r>
            <a:r>
              <a:rPr lang="zh-CN" altLang="en-US" sz="160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  <a:sym typeface="+mn-ea"/>
              </a:rPr>
              <a:t>Create user normally</a:t>
            </a:r>
            <a:endParaRPr kumimoji="0" lang="zh-CN" altLang="en-US" sz="16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6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zh-CN" altLang="en-US" sz="1600" smtClean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  <a:sym typeface="+mn-ea"/>
              </a:rPr>
              <a:t>Given</a:t>
            </a:r>
            <a:r>
              <a:rPr lang="zh-CN" altLang="en-US" sz="160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  <a:sym typeface="+mn-ea"/>
              </a:rPr>
              <a:t> The user login site by "admin@yopmail.com" </a:t>
            </a:r>
            <a:endParaRPr kumimoji="0" lang="zh-CN" altLang="en-US" sz="16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zh-CN" altLang="en-US" sz="160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  <a:sym typeface="+mn-ea"/>
              </a:rPr>
              <a:t>         and "Voyen!1412" successfully</a:t>
            </a:r>
            <a:endParaRPr kumimoji="0" lang="zh-CN" altLang="en-US" sz="16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zh-CN" altLang="en-US" sz="1600" smtClean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  <a:sym typeface="+mn-ea"/>
              </a:rPr>
              <a:t>When</a:t>
            </a:r>
            <a:r>
              <a:rPr lang="zh-CN" altLang="en-US" sz="160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  <a:sym typeface="+mn-ea"/>
              </a:rPr>
              <a:t> Click on Manage menu.</a:t>
            </a:r>
            <a:endParaRPr kumimoji="0" lang="zh-CN" altLang="en-US" sz="16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zh-CN" altLang="en-US" sz="1600" smtClean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  <a:sym typeface="+mn-ea"/>
              </a:rPr>
              <a:t>And</a:t>
            </a:r>
            <a:r>
              <a:rPr lang="zh-CN" altLang="en-US" sz="160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  <a:sym typeface="+mn-ea"/>
              </a:rPr>
              <a:t> Click on Manage Administrators menu.</a:t>
            </a:r>
            <a:endParaRPr kumimoji="0" lang="zh-CN" altLang="en-US" sz="16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zh-CN" altLang="en-US" sz="1600" smtClean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  <a:sym typeface="+mn-ea"/>
              </a:rPr>
              <a:t>And</a:t>
            </a:r>
            <a:r>
              <a:rPr lang="zh-CN" altLang="en-US" sz="160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  <a:sym typeface="+mn-ea"/>
              </a:rPr>
              <a:t> Click on Add User button.</a:t>
            </a:r>
            <a:endParaRPr kumimoji="0" lang="zh-CN" altLang="en-US" sz="16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zh-CN" altLang="en-US" sz="1600" smtClean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  <a:sym typeface="+mn-ea"/>
              </a:rPr>
              <a:t>And</a:t>
            </a:r>
            <a:r>
              <a:rPr lang="zh-CN" altLang="en-US" sz="160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  <a:sym typeface="+mn-ea"/>
              </a:rPr>
              <a:t> Input First Name is "Truyen", Last Name is "Kieu" </a:t>
            </a:r>
            <a:endParaRPr kumimoji="0" lang="zh-CN" altLang="en-US" sz="16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zh-CN" altLang="en-US" sz="160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  <a:sym typeface="+mn-ea"/>
              </a:rPr>
              <a:t>        and Email is "truyen.kieu.02@yopmail.com".</a:t>
            </a:r>
            <a:endParaRPr kumimoji="0" lang="zh-CN" altLang="en-US" sz="16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zh-CN" altLang="en-US" sz="1600" smtClean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  <a:sym typeface="+mn-ea"/>
              </a:rPr>
              <a:t>And</a:t>
            </a:r>
            <a:r>
              <a:rPr lang="zh-CN" altLang="en-US" sz="160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  <a:sym typeface="+mn-ea"/>
              </a:rPr>
              <a:t> Click on Save button</a:t>
            </a:r>
            <a:endParaRPr kumimoji="0" lang="zh-CN" altLang="en-US" sz="16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zh-CN" altLang="en-US" sz="1600" smtClean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  <a:sym typeface="+mn-ea"/>
              </a:rPr>
              <a:t>Then</a:t>
            </a:r>
            <a:r>
              <a:rPr lang="zh-CN" altLang="en-US" sz="160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  <a:sym typeface="+mn-ea"/>
              </a:rPr>
              <a:t> System should navigate to </a:t>
            </a:r>
            <a:endParaRPr lang="zh-CN" altLang="en-US" sz="160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  <a:sym typeface="+mn-ea"/>
            </a:endParaRP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zh-CN" altLang="en-US" sz="160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  <a:sym typeface="+mn-ea"/>
              </a:rPr>
              <a:t>        "Manage System Administrators" screen.</a:t>
            </a:r>
            <a:endParaRPr kumimoji="0" lang="zh-CN" altLang="en-US" sz="16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zh-CN" altLang="en-US" sz="1600" smtClean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  <a:sym typeface="+mn-ea"/>
              </a:rPr>
              <a:t>And</a:t>
            </a:r>
            <a:r>
              <a:rPr lang="zh-CN" altLang="en-US" sz="160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  <a:sym typeface="+mn-ea"/>
              </a:rPr>
              <a:t> "truyen.kieu.02@yopmail.com" and User Name </a:t>
            </a:r>
            <a:endParaRPr lang="zh-CN" altLang="en-US" sz="160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  <a:sym typeface="+mn-ea"/>
            </a:endParaRP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zh-CN" altLang="en-US" sz="160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  <a:sym typeface="+mn-ea"/>
              </a:rPr>
              <a:t>         is "Truyen Kieu" should be shown on screen.</a:t>
            </a:r>
            <a:endParaRPr lang="zh-CN" altLang="en-US" sz="160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  <a:sym typeface="+mn-ea"/>
            </a:endParaRPr>
          </a:p>
        </p:txBody>
      </p:sp>
      <p:sp>
        <p:nvSpPr>
          <p:cNvPr id="9" name="Right Arrow 8"/>
          <p:cNvSpPr/>
          <p:nvPr/>
        </p:nvSpPr>
        <p:spPr>
          <a:xfrm>
            <a:off x="5120005" y="3428365"/>
            <a:ext cx="568960" cy="379730"/>
          </a:xfrm>
          <a:prstGeom prst="rightArrow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p>
            <a:endParaRPr lang="en-US"/>
          </a:p>
        </p:txBody>
      </p:sp>
      <p:sp>
        <p:nvSpPr>
          <p:cNvPr id="10" name="Flowchart: Process 9"/>
          <p:cNvSpPr/>
          <p:nvPr/>
        </p:nvSpPr>
        <p:spPr>
          <a:xfrm>
            <a:off x="609600" y="190500"/>
            <a:ext cx="10972800" cy="784860"/>
          </a:xfrm>
          <a:prstGeom prst="flowChartProcess">
            <a:avLst/>
          </a:prstGeom>
          <a:gradFill rotWithShape="0">
            <a:gsLst>
              <a:gs pos="0">
                <a:srgbClr val="012D86"/>
              </a:gs>
              <a:gs pos="100000">
                <a:srgbClr val="0E2557"/>
              </a:gs>
            </a:gsLst>
            <a:lin ang="5400000" scaled="0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50800" dir="5400000" algn="ctr" rotWithShape="0">
              <a:srgbClr val="002060">
                <a:alpha val="38000"/>
              </a:srgbClr>
            </a:outerShdw>
          </a:effectLst>
        </p:spPr>
        <p:txBody>
          <a:bodyPr vert="horz" wrap="none" lIns="91440" tIns="45720" rIns="91440" bIns="45720" numCol="1" anchor="ctr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4000" b="0" i="0" u="none" strike="noStrike" cap="none" normalizeH="0" baseline="0" smtClean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  <a:latin typeface="Arial" panose="020B0604020202020204" pitchFamily="34" charset="0"/>
                <a:ea typeface="SimSun" panose="02010600030101010101" pitchFamily="2" charset="-122"/>
              </a:rPr>
              <a:t>II. Cucumber - Gherkin.</a:t>
            </a:r>
            <a:endParaRPr kumimoji="0" lang="en-US" altLang="zh-CN" sz="4000" b="0" i="0" u="none" strike="noStrike" cap="none" normalizeH="0" baseline="0" smtClean="0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608330" y="1149350"/>
            <a:ext cx="10972800" cy="433705"/>
          </a:xfrm>
          <a:prstGeom prst="roundRect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800" b="1" i="0" u="none" strike="noStrike" cap="none" normalizeH="0" baseline="0" smtClean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3. Gherkin - Generating Steps</a:t>
            </a:r>
            <a:endParaRPr kumimoji="0" lang="en-US" altLang="zh-CN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622300" y="1965325"/>
            <a:ext cx="11000105" cy="3629660"/>
          </a:xfrm>
          <a:prstGeom prst="roundRect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lang="zh-CN" altLang="en-US" smtClean="0">
              <a:ln>
                <a:noFill/>
              </a:ln>
              <a:solidFill>
                <a:srgbClr val="00B0F0"/>
              </a:solidFill>
              <a:effectLst/>
              <a:latin typeface="Arial" panose="020B0604020202020204" pitchFamily="34" charset="0"/>
              <a:ea typeface="SimSun" panose="02010600030101010101" pitchFamily="2" charset="-122"/>
              <a:sym typeface="+mn-ea"/>
            </a:endParaRP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lang="zh-CN" altLang="en-US" smtClean="0">
              <a:ln>
                <a:noFill/>
              </a:ln>
              <a:solidFill>
                <a:srgbClr val="00B0F0"/>
              </a:solidFill>
              <a:effectLst/>
              <a:latin typeface="Arial" panose="020B0604020202020204" pitchFamily="34" charset="0"/>
              <a:ea typeface="SimSun" panose="02010600030101010101" pitchFamily="2" charset="-122"/>
              <a:sym typeface="+mn-ea"/>
            </a:endParaRP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zh-CN" altLang="en-US" smtClean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  <a:sym typeface="+mn-ea"/>
              </a:rPr>
              <a:t>Given</a:t>
            </a:r>
            <a:r>
              <a:rPr lang="zh-CN" altLang="en-US" smtClean="0">
                <a:ln>
                  <a:noFill/>
                </a:ln>
                <a:effectLst/>
                <a:latin typeface="Arial" panose="020B0604020202020204" pitchFamily="34" charset="0"/>
                <a:ea typeface="SimSun" panose="02010600030101010101" pitchFamily="2" charset="-122"/>
                <a:sym typeface="+mn-ea"/>
              </a:rPr>
              <a:t> The user login site by "admin@yopmail.com"  and "Voyen!1412" successfully</a:t>
            </a:r>
            <a:endParaRPr lang="zh-CN" altLang="en-US" smtClean="0">
              <a:ln>
                <a:noFill/>
              </a:ln>
              <a:effectLst/>
              <a:latin typeface="Arial" panose="020B0604020202020204" pitchFamily="34" charset="0"/>
              <a:ea typeface="SimSun" panose="02010600030101010101" pitchFamily="2" charset="-122"/>
              <a:sym typeface="+mn-ea"/>
            </a:endParaRP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lang="zh-CN" altLang="en-US" smtClean="0">
              <a:ln>
                <a:noFill/>
              </a:ln>
              <a:effectLst/>
              <a:latin typeface="Arial" panose="020B0604020202020204" pitchFamily="34" charset="0"/>
              <a:ea typeface="SimSun" panose="02010600030101010101" pitchFamily="2" charset="-122"/>
              <a:sym typeface="+mn-ea"/>
            </a:endParaRP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lang="zh-CN" altLang="en-US" smtClean="0">
              <a:ln>
                <a:noFill/>
              </a:ln>
              <a:effectLst/>
              <a:latin typeface="Arial" panose="020B0604020202020204" pitchFamily="34" charset="0"/>
              <a:ea typeface="SimSun" panose="02010600030101010101" pitchFamily="2" charset="-122"/>
              <a:sym typeface="+mn-ea"/>
            </a:endParaRP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en-US">
                <a:sym typeface="+mn-ea"/>
              </a:rPr>
              <a:t>@Given("^The user login site by \"([^\"]*)\" and \"([^\"]*)\" successfully$")</a:t>
            </a:r>
            <a:endParaRPr lang="en-US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en-US">
                <a:sym typeface="+mn-ea"/>
              </a:rPr>
              <a:t>public void the_user_login_site_by_and_successfully(String email, String password) throws Exception {</a:t>
            </a:r>
            <a:endParaRPr lang="en-US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en-US">
                <a:sym typeface="+mn-ea"/>
              </a:rPr>
              <a:t>	loginStep.open_login_page();</a:t>
            </a:r>
            <a:endParaRPr lang="en-US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en-US">
                <a:sym typeface="+mn-ea"/>
              </a:rPr>
              <a:t>	loginStep.input_email(email);</a:t>
            </a:r>
            <a:endParaRPr lang="en-US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en-US">
                <a:sym typeface="+mn-ea"/>
              </a:rPr>
              <a:t>	loginStep.input_password(password);</a:t>
            </a:r>
            <a:endParaRPr lang="en-US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en-US">
                <a:sym typeface="+mn-ea"/>
              </a:rPr>
              <a:t>	loginStep.click_Login_button();</a:t>
            </a:r>
            <a:endParaRPr lang="en-US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en-US">
                <a:sym typeface="+mn-ea"/>
              </a:rPr>
              <a:t>		</a:t>
            </a:r>
            <a:endParaRPr lang="en-US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en-US">
                <a:sym typeface="+mn-ea"/>
              </a:rPr>
              <a:t>}</a:t>
            </a:r>
            <a:endParaRPr lang="en-US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lang="en-US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sp>
        <p:nvSpPr>
          <p:cNvPr id="11" name="Down Arrow 10"/>
          <p:cNvSpPr/>
          <p:nvPr/>
        </p:nvSpPr>
        <p:spPr>
          <a:xfrm>
            <a:off x="5011420" y="2561590"/>
            <a:ext cx="908050" cy="528320"/>
          </a:xfrm>
          <a:prstGeom prst="downArrow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p>
            <a:endParaRPr lang="en-US"/>
          </a:p>
        </p:txBody>
      </p:sp>
      <p:sp>
        <p:nvSpPr>
          <p:cNvPr id="10" name="Flowchart: Process 9"/>
          <p:cNvSpPr/>
          <p:nvPr/>
        </p:nvSpPr>
        <p:spPr>
          <a:xfrm>
            <a:off x="609600" y="190500"/>
            <a:ext cx="10972800" cy="784860"/>
          </a:xfrm>
          <a:prstGeom prst="flowChartProcess">
            <a:avLst/>
          </a:prstGeom>
          <a:gradFill rotWithShape="0">
            <a:gsLst>
              <a:gs pos="0">
                <a:srgbClr val="012D86"/>
              </a:gs>
              <a:gs pos="100000">
                <a:srgbClr val="0E2557"/>
              </a:gs>
            </a:gsLst>
            <a:lin ang="5400000" scaled="0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50800" dir="5400000" algn="ctr" rotWithShape="0">
              <a:srgbClr val="002060">
                <a:alpha val="38000"/>
              </a:srgbClr>
            </a:outerShdw>
          </a:effectLst>
        </p:spPr>
        <p:txBody>
          <a:bodyPr vert="horz" wrap="none" lIns="91440" tIns="45720" rIns="91440" bIns="45720" numCol="1" anchor="ctr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4000" b="0" i="0" u="none" strike="noStrike" cap="none" normalizeH="0" baseline="0" smtClean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  <a:latin typeface="Arial" panose="020B0604020202020204" pitchFamily="34" charset="0"/>
                <a:ea typeface="SimSun" panose="02010600030101010101" pitchFamily="2" charset="-122"/>
              </a:rPr>
              <a:t>II. Cucumber - Gherkin.</a:t>
            </a:r>
            <a:endParaRPr kumimoji="0" lang="en-US" altLang="zh-CN" sz="4000" b="0" i="0" u="none" strike="noStrike" cap="none" normalizeH="0" baseline="0" smtClean="0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608330" y="1149350"/>
            <a:ext cx="10972800" cy="433705"/>
          </a:xfrm>
          <a:prstGeom prst="roundRect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800" b="1" i="0" u="none" strike="noStrike" cap="none" normalizeH="0" baseline="0" smtClean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3. Gherkin - Generating Steps</a:t>
            </a:r>
            <a:endParaRPr kumimoji="0" lang="en-US" altLang="zh-CN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sp>
        <p:nvSpPr>
          <p:cNvPr id="3" name="Rounded Rectangle 2"/>
          <p:cNvSpPr/>
          <p:nvPr/>
        </p:nvSpPr>
        <p:spPr>
          <a:xfrm>
            <a:off x="622300" y="2073910"/>
            <a:ext cx="10918825" cy="2600960"/>
          </a:xfrm>
          <a:prstGeom prst="roundRect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lang="zh-CN" altLang="en-US" smtClean="0">
              <a:ln>
                <a:noFill/>
              </a:ln>
              <a:solidFill>
                <a:srgbClr val="00B0F0"/>
              </a:solidFill>
              <a:effectLst/>
              <a:latin typeface="Arial" panose="020B0604020202020204" pitchFamily="34" charset="0"/>
              <a:ea typeface="SimSun" panose="02010600030101010101" pitchFamily="2" charset="-122"/>
              <a:sym typeface="+mn-ea"/>
            </a:endParaRP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zh-CN" altLang="en-US" smtClean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  <a:sym typeface="+mn-ea"/>
              </a:rPr>
              <a:t>When</a:t>
            </a:r>
            <a:r>
              <a:rPr lang="zh-CN" altLang="en-US" smtClean="0">
                <a:ln>
                  <a:noFill/>
                </a:ln>
                <a:effectLst/>
                <a:latin typeface="Arial" panose="020B0604020202020204" pitchFamily="34" charset="0"/>
                <a:ea typeface="SimSun" panose="02010600030101010101" pitchFamily="2" charset="-122"/>
                <a:sym typeface="+mn-ea"/>
              </a:rPr>
              <a:t> Click on Manage menu.</a:t>
            </a:r>
            <a:endParaRPr lang="zh-CN" altLang="en-US" smtClean="0">
              <a:ln>
                <a:noFill/>
              </a:ln>
              <a:effectLst/>
              <a:latin typeface="Arial" panose="020B0604020202020204" pitchFamily="34" charset="0"/>
              <a:ea typeface="SimSun" panose="02010600030101010101" pitchFamily="2" charset="-122"/>
              <a:sym typeface="+mn-ea"/>
            </a:endParaRP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lang="zh-CN" altLang="en-US" smtClean="0">
              <a:ln>
                <a:noFill/>
              </a:ln>
              <a:effectLst/>
              <a:latin typeface="Arial" panose="020B0604020202020204" pitchFamily="34" charset="0"/>
              <a:ea typeface="SimSun" panose="02010600030101010101" pitchFamily="2" charset="-122"/>
              <a:sym typeface="+mn-ea"/>
            </a:endParaRP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lang="zh-CN" altLang="en-US" smtClean="0">
              <a:ln>
                <a:noFill/>
              </a:ln>
              <a:effectLst/>
              <a:latin typeface="Arial" panose="020B0604020202020204" pitchFamily="34" charset="0"/>
              <a:ea typeface="SimSun" panose="02010600030101010101" pitchFamily="2" charset="-122"/>
              <a:sym typeface="+mn-ea"/>
            </a:endParaRP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lang="zh-CN" altLang="en-US" smtClean="0">
              <a:ln>
                <a:noFill/>
              </a:ln>
              <a:effectLst/>
              <a:latin typeface="Arial" panose="020B0604020202020204" pitchFamily="34" charset="0"/>
              <a:ea typeface="SimSun" panose="02010600030101010101" pitchFamily="2" charset="-122"/>
              <a:sym typeface="+mn-ea"/>
            </a:endParaRP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zh-CN" altLang="en-US" smtClean="0">
                <a:ln>
                  <a:noFill/>
                </a:ln>
                <a:effectLst/>
                <a:latin typeface="Arial" panose="020B0604020202020204" pitchFamily="34" charset="0"/>
                <a:ea typeface="SimSun" panose="02010600030101010101" pitchFamily="2" charset="-122"/>
                <a:sym typeface="+mn-ea"/>
              </a:rPr>
              <a:t>@When("^Click on Manage menu\\.$")</a:t>
            </a:r>
            <a:endParaRPr lang="zh-CN" altLang="en-US" smtClean="0">
              <a:ln>
                <a:noFill/>
              </a:ln>
              <a:effectLst/>
              <a:latin typeface="Arial" panose="020B0604020202020204" pitchFamily="34" charset="0"/>
              <a:ea typeface="SimSun" panose="02010600030101010101" pitchFamily="2" charset="-122"/>
              <a:sym typeface="+mn-ea"/>
            </a:endParaRP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zh-CN" altLang="en-US" smtClean="0">
                <a:ln>
                  <a:noFill/>
                </a:ln>
                <a:effectLst/>
                <a:latin typeface="Arial" panose="020B0604020202020204" pitchFamily="34" charset="0"/>
                <a:ea typeface="SimSun" panose="02010600030101010101" pitchFamily="2" charset="-122"/>
                <a:sym typeface="+mn-ea"/>
              </a:rPr>
              <a:t>public void click_on_Manage_menu() throws Exception {</a:t>
            </a:r>
            <a:endParaRPr lang="zh-CN" altLang="en-US" smtClean="0">
              <a:ln>
                <a:noFill/>
              </a:ln>
              <a:effectLst/>
              <a:latin typeface="Arial" panose="020B0604020202020204" pitchFamily="34" charset="0"/>
              <a:ea typeface="SimSun" panose="02010600030101010101" pitchFamily="2" charset="-122"/>
              <a:sym typeface="+mn-ea"/>
            </a:endParaRP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zh-CN" altLang="en-US" smtClean="0">
                <a:ln>
                  <a:noFill/>
                </a:ln>
                <a:effectLst/>
                <a:latin typeface="Arial" panose="020B0604020202020204" pitchFamily="34" charset="0"/>
                <a:ea typeface="SimSun" panose="02010600030101010101" pitchFamily="2" charset="-122"/>
                <a:sym typeface="+mn-ea"/>
              </a:rPr>
              <a:t>	homeStep.open_Manage_page();</a:t>
            </a:r>
            <a:endParaRPr lang="zh-CN" altLang="en-US" smtClean="0">
              <a:ln>
                <a:noFill/>
              </a:ln>
              <a:effectLst/>
              <a:latin typeface="Arial" panose="020B0604020202020204" pitchFamily="34" charset="0"/>
              <a:ea typeface="SimSun" panose="02010600030101010101" pitchFamily="2" charset="-122"/>
              <a:sym typeface="+mn-ea"/>
            </a:endParaRP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zh-CN" altLang="en-US" smtClean="0">
                <a:ln>
                  <a:noFill/>
                </a:ln>
                <a:effectLst/>
                <a:latin typeface="Arial" panose="020B0604020202020204" pitchFamily="34" charset="0"/>
                <a:ea typeface="SimSun" panose="02010600030101010101" pitchFamily="2" charset="-122"/>
                <a:sym typeface="+mn-ea"/>
              </a:rPr>
              <a:t>}</a:t>
            </a:r>
            <a:endParaRPr lang="zh-CN" altLang="en-US" smtClean="0">
              <a:ln>
                <a:noFill/>
              </a:ln>
              <a:effectLst/>
              <a:latin typeface="Arial" panose="020B0604020202020204" pitchFamily="34" charset="0"/>
              <a:ea typeface="SimSun" panose="02010600030101010101" pitchFamily="2" charset="-122"/>
              <a:sym typeface="+mn-ea"/>
            </a:endParaRP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sp>
        <p:nvSpPr>
          <p:cNvPr id="5" name="Down Arrow 4"/>
          <p:cNvSpPr/>
          <p:nvPr/>
        </p:nvSpPr>
        <p:spPr>
          <a:xfrm>
            <a:off x="3237230" y="2710815"/>
            <a:ext cx="907415" cy="595630"/>
          </a:xfrm>
          <a:prstGeom prst="downArrow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p>
            <a:endParaRPr lang="en-US"/>
          </a:p>
        </p:txBody>
      </p:sp>
      <p:sp>
        <p:nvSpPr>
          <p:cNvPr id="10" name="Flowchart: Process 9"/>
          <p:cNvSpPr/>
          <p:nvPr/>
        </p:nvSpPr>
        <p:spPr>
          <a:xfrm>
            <a:off x="609600" y="190500"/>
            <a:ext cx="10972800" cy="784860"/>
          </a:xfrm>
          <a:prstGeom prst="flowChartProcess">
            <a:avLst/>
          </a:prstGeom>
          <a:gradFill rotWithShape="0">
            <a:gsLst>
              <a:gs pos="0">
                <a:srgbClr val="012D86"/>
              </a:gs>
              <a:gs pos="100000">
                <a:srgbClr val="0E2557"/>
              </a:gs>
            </a:gsLst>
            <a:lin ang="5400000" scaled="0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50800" dir="5400000" algn="ctr" rotWithShape="0">
              <a:srgbClr val="002060">
                <a:alpha val="38000"/>
              </a:srgbClr>
            </a:outerShdw>
          </a:effectLst>
        </p:spPr>
        <p:txBody>
          <a:bodyPr vert="horz" wrap="none" lIns="91440" tIns="45720" rIns="91440" bIns="45720" numCol="1" anchor="ctr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4000" b="0" i="0" u="none" strike="noStrike" cap="none" normalizeH="0" baseline="0" smtClean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  <a:latin typeface="Arial" panose="020B0604020202020204" pitchFamily="34" charset="0"/>
                <a:ea typeface="SimSun" panose="02010600030101010101" pitchFamily="2" charset="-122"/>
              </a:rPr>
              <a:t>II. Cucumber - Gherkin.</a:t>
            </a:r>
            <a:endParaRPr kumimoji="0" lang="en-US" altLang="zh-CN" sz="4000" b="0" i="0" u="none" strike="noStrike" cap="none" normalizeH="0" baseline="0" smtClean="0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608330" y="1149350"/>
            <a:ext cx="10972800" cy="433705"/>
          </a:xfrm>
          <a:prstGeom prst="roundRect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800" b="1" i="0" u="none" strike="noStrike" cap="none" normalizeH="0" baseline="0" smtClean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3. Gherkin - Generating Steps</a:t>
            </a:r>
            <a:endParaRPr kumimoji="0" lang="en-US" altLang="zh-CN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sp>
        <p:nvSpPr>
          <p:cNvPr id="3" name="Rounded Rectangle 2"/>
          <p:cNvSpPr/>
          <p:nvPr/>
        </p:nvSpPr>
        <p:spPr>
          <a:xfrm>
            <a:off x="622300" y="2073910"/>
            <a:ext cx="10918825" cy="2600960"/>
          </a:xfrm>
          <a:prstGeom prst="roundRect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zh-CN" altLang="en-US" smtClean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  <a:sym typeface="+mn-ea"/>
              </a:rPr>
              <a:t>And</a:t>
            </a:r>
            <a:r>
              <a:rPr lang="zh-CN" altLang="en-US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  <a:sym typeface="+mn-ea"/>
              </a:rPr>
              <a:t> Click on Manage Administrators menu.</a:t>
            </a:r>
            <a:endParaRPr lang="zh-CN" altLang="en-US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  <a:sym typeface="+mn-ea"/>
            </a:endParaRP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en-US" sz="18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@When("^Click on Manage Administrators menu\\.$")</a:t>
            </a:r>
            <a:endParaRPr kumimoji="0" lang="zh-CN" altLang="en-US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en-US" sz="18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public void click_on_Manage_Administrators_menu() throws Exception {</a:t>
            </a:r>
            <a:endParaRPr kumimoji="0" lang="zh-CN" altLang="en-US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en-US" sz="18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	manageStep.open_User_Manage_page();</a:t>
            </a:r>
            <a:endParaRPr kumimoji="0" lang="zh-CN" altLang="en-US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en-US" sz="18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}</a:t>
            </a:r>
            <a:endParaRPr kumimoji="0" lang="zh-CN" altLang="en-US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sp>
        <p:nvSpPr>
          <p:cNvPr id="5" name="Down Arrow 4"/>
          <p:cNvSpPr/>
          <p:nvPr/>
        </p:nvSpPr>
        <p:spPr>
          <a:xfrm>
            <a:off x="3237230" y="2710815"/>
            <a:ext cx="907415" cy="595630"/>
          </a:xfrm>
          <a:prstGeom prst="downArrow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p>
            <a:endParaRPr lang="en-US"/>
          </a:p>
        </p:txBody>
      </p:sp>
      <p:sp>
        <p:nvSpPr>
          <p:cNvPr id="10" name="Flowchart: Process 9"/>
          <p:cNvSpPr/>
          <p:nvPr/>
        </p:nvSpPr>
        <p:spPr>
          <a:xfrm>
            <a:off x="609600" y="190500"/>
            <a:ext cx="10972800" cy="784860"/>
          </a:xfrm>
          <a:prstGeom prst="flowChartProcess">
            <a:avLst/>
          </a:prstGeom>
          <a:gradFill rotWithShape="0">
            <a:gsLst>
              <a:gs pos="0">
                <a:srgbClr val="012D86"/>
              </a:gs>
              <a:gs pos="100000">
                <a:srgbClr val="0E2557"/>
              </a:gs>
            </a:gsLst>
            <a:lin ang="5400000" scaled="0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50800" dir="5400000" algn="ctr" rotWithShape="0">
              <a:srgbClr val="002060">
                <a:alpha val="38000"/>
              </a:srgbClr>
            </a:outerShdw>
          </a:effectLst>
        </p:spPr>
        <p:txBody>
          <a:bodyPr vert="horz" wrap="none" lIns="91440" tIns="45720" rIns="91440" bIns="45720" numCol="1" anchor="ctr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4000" b="0" i="0" u="none" strike="noStrike" cap="none" normalizeH="0" baseline="0" smtClean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  <a:latin typeface="Arial" panose="020B0604020202020204" pitchFamily="34" charset="0"/>
                <a:ea typeface="SimSun" panose="02010600030101010101" pitchFamily="2" charset="-122"/>
              </a:rPr>
              <a:t>II. Cucumber - Gherkin.</a:t>
            </a:r>
            <a:endParaRPr kumimoji="0" lang="en-US" altLang="zh-CN" sz="4000" b="0" i="0" u="none" strike="noStrike" cap="none" normalizeH="0" baseline="0" smtClean="0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608330" y="1149350"/>
            <a:ext cx="10972800" cy="433705"/>
          </a:xfrm>
          <a:prstGeom prst="roundRect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800" b="1" i="0" u="none" strike="noStrike" cap="none" normalizeH="0" baseline="0" smtClean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3. Gherkin - Generating Steps</a:t>
            </a:r>
            <a:endParaRPr kumimoji="0" lang="en-US" altLang="zh-CN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sp>
        <p:nvSpPr>
          <p:cNvPr id="3" name="Rounded Rectangle 2"/>
          <p:cNvSpPr/>
          <p:nvPr/>
        </p:nvSpPr>
        <p:spPr>
          <a:xfrm>
            <a:off x="622300" y="2073910"/>
            <a:ext cx="10918825" cy="2600960"/>
          </a:xfrm>
          <a:prstGeom prst="roundRect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zh-CN" altLang="en-US" smtClean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  <a:sym typeface="+mn-ea"/>
              </a:rPr>
              <a:t>And</a:t>
            </a:r>
            <a:r>
              <a:rPr lang="zh-CN" altLang="en-US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  <a:sym typeface="+mn-ea"/>
              </a:rPr>
              <a:t> Click on Add User button.</a:t>
            </a:r>
            <a:endParaRPr lang="zh-CN" altLang="en-US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  <a:sym typeface="+mn-ea"/>
            </a:endParaRP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en-US" sz="18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@When("^Click on Add User button\\.$")</a:t>
            </a:r>
            <a:endParaRPr kumimoji="0" lang="zh-CN" altLang="en-US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en-US" sz="18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public void click_on_Add_User_button() throws Exception {</a:t>
            </a:r>
            <a:endParaRPr kumimoji="0" lang="zh-CN" altLang="en-US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en-US" sz="18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	userManageStep.click_On_Add_Button();</a:t>
            </a:r>
            <a:endParaRPr kumimoji="0" lang="zh-CN" altLang="en-US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en-US" sz="18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}</a:t>
            </a:r>
            <a:endParaRPr kumimoji="0" lang="zh-CN" altLang="en-US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sp>
        <p:nvSpPr>
          <p:cNvPr id="5" name="Down Arrow 4"/>
          <p:cNvSpPr/>
          <p:nvPr/>
        </p:nvSpPr>
        <p:spPr>
          <a:xfrm>
            <a:off x="3237230" y="2710815"/>
            <a:ext cx="907415" cy="595630"/>
          </a:xfrm>
          <a:prstGeom prst="downArrow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p>
            <a:endParaRPr lang="en-US"/>
          </a:p>
        </p:txBody>
      </p:sp>
      <p:sp>
        <p:nvSpPr>
          <p:cNvPr id="10" name="Flowchart: Process 9"/>
          <p:cNvSpPr/>
          <p:nvPr/>
        </p:nvSpPr>
        <p:spPr>
          <a:xfrm>
            <a:off x="609600" y="190500"/>
            <a:ext cx="10972800" cy="784860"/>
          </a:xfrm>
          <a:prstGeom prst="flowChartProcess">
            <a:avLst/>
          </a:prstGeom>
          <a:gradFill rotWithShape="0">
            <a:gsLst>
              <a:gs pos="0">
                <a:srgbClr val="012D86"/>
              </a:gs>
              <a:gs pos="100000">
                <a:srgbClr val="0E2557"/>
              </a:gs>
            </a:gsLst>
            <a:lin ang="5400000" scaled="0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50800" dir="5400000" algn="ctr" rotWithShape="0">
              <a:srgbClr val="002060">
                <a:alpha val="38000"/>
              </a:srgbClr>
            </a:outerShdw>
          </a:effectLst>
        </p:spPr>
        <p:txBody>
          <a:bodyPr vert="horz" wrap="none" lIns="91440" tIns="45720" rIns="91440" bIns="45720" numCol="1" anchor="ctr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4000" b="0" i="0" u="none" strike="noStrike" cap="none" normalizeH="0" baseline="0" smtClean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  <a:latin typeface="Arial" panose="020B0604020202020204" pitchFamily="34" charset="0"/>
                <a:ea typeface="SimSun" panose="02010600030101010101" pitchFamily="2" charset="-122"/>
              </a:rPr>
              <a:t>II. Cucumber - Gherkin.</a:t>
            </a:r>
            <a:endParaRPr kumimoji="0" lang="en-US" altLang="zh-CN" sz="4000" b="0" i="0" u="none" strike="noStrike" cap="none" normalizeH="0" baseline="0" smtClean="0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608330" y="1149350"/>
            <a:ext cx="10972800" cy="433705"/>
          </a:xfrm>
          <a:prstGeom prst="roundRect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800" b="1" i="0" u="none" strike="noStrike" cap="none" normalizeH="0" baseline="0" smtClean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3. Gherkin - Generating Steps</a:t>
            </a:r>
            <a:endParaRPr kumimoji="0" lang="en-US" altLang="zh-CN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sp>
        <p:nvSpPr>
          <p:cNvPr id="3" name="Rounded Rectangle 2"/>
          <p:cNvSpPr/>
          <p:nvPr/>
        </p:nvSpPr>
        <p:spPr>
          <a:xfrm>
            <a:off x="622300" y="2073910"/>
            <a:ext cx="10918825" cy="3400425"/>
          </a:xfrm>
          <a:prstGeom prst="roundRect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zh-CN" altLang="en-US" smtClean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  <a:sym typeface="+mn-ea"/>
              </a:rPr>
              <a:t>And</a:t>
            </a:r>
            <a:r>
              <a:rPr lang="zh-CN" altLang="en-US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  <a:sym typeface="+mn-ea"/>
              </a:rPr>
              <a:t> Input First Name is "Truyen", Last Name is "Kieu"  and Email is "truyen.kieu.02@yopmail.com".</a:t>
            </a:r>
            <a:endParaRPr lang="zh-CN" altLang="en-US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  <a:sym typeface="+mn-ea"/>
            </a:endParaRP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en-US" sz="18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@When("^Input First Name is \"([^\"]*)\", Last Name is \"([^\"]*)\" and Email is \"([^\"]*)\"\\.$")</a:t>
            </a:r>
            <a:endParaRPr kumimoji="0" lang="zh-CN" altLang="en-US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en-US" sz="18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public void input_First_Name_is_Last_Name_is_and_Email_is(String firstName, String lastName, </a:t>
            </a:r>
            <a:endParaRPr kumimoji="0" lang="zh-CN" altLang="en-US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en-US" sz="18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String email) throws Exception {</a:t>
            </a:r>
            <a:endParaRPr kumimoji="0" lang="zh-CN" altLang="en-US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8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	</a:t>
            </a:r>
            <a:r>
              <a:rPr kumimoji="0" lang="zh-CN" altLang="en-US" sz="18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manageUserProfileStep.input_FistName(firstName);</a:t>
            </a:r>
            <a:endParaRPr kumimoji="0" lang="zh-CN" altLang="en-US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en-US" sz="18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    </a:t>
            </a:r>
            <a:r>
              <a:rPr kumimoji="0" lang="en-US" altLang="zh-CN" sz="18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	</a:t>
            </a:r>
            <a:r>
              <a:rPr kumimoji="0" lang="zh-CN" altLang="en-US" sz="18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manageUserProfileStep.input_LastName(lastName);</a:t>
            </a:r>
            <a:endParaRPr kumimoji="0" lang="zh-CN" altLang="en-US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en-US" sz="18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	manageUserProfileStep.input_Email(email);</a:t>
            </a:r>
            <a:endParaRPr kumimoji="0" lang="zh-CN" altLang="en-US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en-US" sz="18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}</a:t>
            </a:r>
            <a:endParaRPr kumimoji="0" lang="zh-CN" altLang="en-US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sp>
        <p:nvSpPr>
          <p:cNvPr id="5" name="Down Arrow 4"/>
          <p:cNvSpPr/>
          <p:nvPr/>
        </p:nvSpPr>
        <p:spPr>
          <a:xfrm>
            <a:off x="3237230" y="2710815"/>
            <a:ext cx="907415" cy="595630"/>
          </a:xfrm>
          <a:prstGeom prst="downArrow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p>
            <a:endParaRPr lang="en-US"/>
          </a:p>
        </p:txBody>
      </p:sp>
      <p:sp>
        <p:nvSpPr>
          <p:cNvPr id="10" name="Flowchart: Process 9"/>
          <p:cNvSpPr/>
          <p:nvPr/>
        </p:nvSpPr>
        <p:spPr>
          <a:xfrm>
            <a:off x="609600" y="190500"/>
            <a:ext cx="10972800" cy="784860"/>
          </a:xfrm>
          <a:prstGeom prst="flowChartProcess">
            <a:avLst/>
          </a:prstGeom>
          <a:gradFill rotWithShape="0">
            <a:gsLst>
              <a:gs pos="0">
                <a:srgbClr val="012D86"/>
              </a:gs>
              <a:gs pos="100000">
                <a:srgbClr val="0E2557"/>
              </a:gs>
            </a:gsLst>
            <a:lin ang="5400000" scaled="0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50800" dir="5400000" algn="ctr" rotWithShape="0">
              <a:srgbClr val="002060">
                <a:alpha val="38000"/>
              </a:srgbClr>
            </a:outerShdw>
          </a:effectLst>
        </p:spPr>
        <p:txBody>
          <a:bodyPr vert="horz" wrap="none" lIns="91440" tIns="45720" rIns="91440" bIns="45720" numCol="1" anchor="ctr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4000" b="0" i="0" u="none" strike="noStrike" cap="none" normalizeH="0" baseline="0" smtClean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  <a:latin typeface="Arial" panose="020B0604020202020204" pitchFamily="34" charset="0"/>
                <a:ea typeface="SimSun" panose="02010600030101010101" pitchFamily="2" charset="-122"/>
              </a:rPr>
              <a:t>II. Cucumber - Gherkin.</a:t>
            </a:r>
            <a:endParaRPr kumimoji="0" lang="en-US" altLang="zh-CN" sz="4000" b="0" i="0" u="none" strike="noStrike" cap="none" normalizeH="0" baseline="0" smtClean="0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608330" y="1149350"/>
            <a:ext cx="10972800" cy="433705"/>
          </a:xfrm>
          <a:prstGeom prst="roundRect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800" b="1" i="0" u="none" strike="noStrike" cap="none" normalizeH="0" baseline="0" smtClean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3. Gherkin - Generating Steps</a:t>
            </a:r>
            <a:endParaRPr kumimoji="0" lang="en-US" altLang="zh-CN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sp>
        <p:nvSpPr>
          <p:cNvPr id="3" name="Rounded Rectangle 2"/>
          <p:cNvSpPr/>
          <p:nvPr/>
        </p:nvSpPr>
        <p:spPr>
          <a:xfrm>
            <a:off x="622300" y="2073910"/>
            <a:ext cx="10918825" cy="2886075"/>
          </a:xfrm>
          <a:prstGeom prst="roundRect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zh-CN" altLang="en-US" smtClean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  <a:sym typeface="+mn-ea"/>
              </a:rPr>
              <a:t>And</a:t>
            </a:r>
            <a:r>
              <a:rPr lang="zh-CN" altLang="en-US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  <a:sym typeface="+mn-ea"/>
              </a:rPr>
              <a:t> Click on Save button</a:t>
            </a:r>
            <a:endParaRPr kumimoji="0" lang="zh-CN" altLang="en-US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en-US" sz="18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@When("^Click on Save button$")</a:t>
            </a:r>
            <a:endParaRPr kumimoji="0" lang="zh-CN" altLang="en-US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en-US" sz="18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public void click_on_Save_button() throws Exception {</a:t>
            </a:r>
            <a:endParaRPr kumimoji="0" lang="zh-CN" altLang="en-US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en-US" sz="18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	manageUserProfileStep.click_On_Save_Button();</a:t>
            </a:r>
            <a:endParaRPr kumimoji="0" lang="zh-CN" altLang="en-US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en-US" sz="18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}</a:t>
            </a:r>
            <a:endParaRPr kumimoji="0" lang="zh-CN" altLang="en-US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sp>
        <p:nvSpPr>
          <p:cNvPr id="5" name="Down Arrow 4"/>
          <p:cNvSpPr/>
          <p:nvPr/>
        </p:nvSpPr>
        <p:spPr>
          <a:xfrm>
            <a:off x="1936750" y="2806065"/>
            <a:ext cx="907415" cy="595630"/>
          </a:xfrm>
          <a:prstGeom prst="downArrow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p>
            <a:endParaRPr lang="en-US"/>
          </a:p>
        </p:txBody>
      </p:sp>
      <p:sp>
        <p:nvSpPr>
          <p:cNvPr id="10" name="Flowchart: Process 9"/>
          <p:cNvSpPr/>
          <p:nvPr/>
        </p:nvSpPr>
        <p:spPr>
          <a:xfrm>
            <a:off x="609600" y="190500"/>
            <a:ext cx="10972800" cy="784860"/>
          </a:xfrm>
          <a:prstGeom prst="flowChartProcess">
            <a:avLst/>
          </a:prstGeom>
          <a:gradFill rotWithShape="0">
            <a:gsLst>
              <a:gs pos="0">
                <a:srgbClr val="012D86"/>
              </a:gs>
              <a:gs pos="100000">
                <a:srgbClr val="0E2557"/>
              </a:gs>
            </a:gsLst>
            <a:lin ang="5400000" scaled="0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50800" dir="5400000" algn="ctr" rotWithShape="0">
              <a:srgbClr val="002060">
                <a:alpha val="38000"/>
              </a:srgbClr>
            </a:outerShdw>
          </a:effectLst>
        </p:spPr>
        <p:txBody>
          <a:bodyPr vert="horz" wrap="none" lIns="91440" tIns="45720" rIns="91440" bIns="45720" numCol="1" anchor="ctr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4000" b="0" i="0" u="none" strike="noStrike" cap="none" normalizeH="0" baseline="0" smtClean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  <a:latin typeface="Arial" panose="020B0604020202020204" pitchFamily="34" charset="0"/>
                <a:ea typeface="SimSun" panose="02010600030101010101" pitchFamily="2" charset="-122"/>
              </a:rPr>
              <a:t>II. Cucumber - Gherkin.</a:t>
            </a:r>
            <a:endParaRPr kumimoji="0" lang="en-US" altLang="zh-CN" sz="4000" b="0" i="0" u="none" strike="noStrike" cap="none" normalizeH="0" baseline="0" smtClean="0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608330" y="1149350"/>
            <a:ext cx="10972800" cy="433705"/>
          </a:xfrm>
          <a:prstGeom prst="roundRect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800" b="1" i="0" u="none" strike="noStrike" cap="none" normalizeH="0" baseline="0" smtClean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3. Gherkin - Generating Steps</a:t>
            </a:r>
            <a:endParaRPr kumimoji="0" lang="en-US" altLang="zh-CN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sp>
        <p:nvSpPr>
          <p:cNvPr id="3" name="Rounded Rectangle 2"/>
          <p:cNvSpPr/>
          <p:nvPr/>
        </p:nvSpPr>
        <p:spPr>
          <a:xfrm>
            <a:off x="622300" y="2073910"/>
            <a:ext cx="10918825" cy="2668905"/>
          </a:xfrm>
          <a:prstGeom prst="roundRect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lang="zh-CN" altLang="en-US" smtClean="0">
              <a:ln>
                <a:noFill/>
              </a:ln>
              <a:solidFill>
                <a:srgbClr val="00B0F0"/>
              </a:solidFill>
              <a:effectLst/>
              <a:latin typeface="Arial" panose="020B0604020202020204" pitchFamily="34" charset="0"/>
              <a:ea typeface="SimSun" panose="02010600030101010101" pitchFamily="2" charset="-122"/>
              <a:sym typeface="+mn-ea"/>
            </a:endParaRP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zh-CN" altLang="en-US" smtClean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  <a:sym typeface="+mn-ea"/>
              </a:rPr>
              <a:t>Then</a:t>
            </a:r>
            <a:r>
              <a:rPr lang="zh-CN" altLang="en-US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  <a:sym typeface="+mn-ea"/>
              </a:rPr>
              <a:t> System should navigate to  "Manage System Administrators" screen.</a:t>
            </a:r>
            <a:endParaRPr kumimoji="0" lang="zh-CN" altLang="en-US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lang="zh-CN" altLang="en-US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  <a:sym typeface="+mn-ea"/>
            </a:endParaRP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en-US" sz="18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@Then("^System should navigate to \"([^\"]*)\" screen\\.$")</a:t>
            </a:r>
            <a:endParaRPr kumimoji="0" lang="zh-CN" altLang="en-US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en-US" sz="18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public void system_should_navigate_to_screen(String systemAdminTitle) throws Exception {</a:t>
            </a:r>
            <a:endParaRPr kumimoji="0" lang="zh-CN" altLang="en-US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en-US" sz="18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	Assert.assertEquals(userManageStep.get_sysAdminTitle(), systemAdminTitle);</a:t>
            </a:r>
            <a:endParaRPr kumimoji="0" lang="zh-CN" altLang="en-US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en-US" sz="18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}</a:t>
            </a:r>
            <a:endParaRPr kumimoji="0" lang="zh-CN" altLang="en-US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sp>
        <p:nvSpPr>
          <p:cNvPr id="5" name="Down Arrow 4"/>
          <p:cNvSpPr/>
          <p:nvPr/>
        </p:nvSpPr>
        <p:spPr>
          <a:xfrm>
            <a:off x="4375150" y="2737485"/>
            <a:ext cx="907415" cy="689610"/>
          </a:xfrm>
          <a:prstGeom prst="downArrow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p>
            <a:endParaRPr lang="en-US"/>
          </a:p>
        </p:txBody>
      </p:sp>
      <p:sp>
        <p:nvSpPr>
          <p:cNvPr id="10" name="Flowchart: Process 9"/>
          <p:cNvSpPr/>
          <p:nvPr/>
        </p:nvSpPr>
        <p:spPr>
          <a:xfrm>
            <a:off x="609600" y="190500"/>
            <a:ext cx="10972800" cy="784860"/>
          </a:xfrm>
          <a:prstGeom prst="flowChartProcess">
            <a:avLst/>
          </a:prstGeom>
          <a:gradFill rotWithShape="0">
            <a:gsLst>
              <a:gs pos="0">
                <a:srgbClr val="012D86"/>
              </a:gs>
              <a:gs pos="100000">
                <a:srgbClr val="0E2557"/>
              </a:gs>
            </a:gsLst>
            <a:lin ang="5400000" scaled="0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50800" dir="5400000" algn="ctr" rotWithShape="0">
              <a:srgbClr val="002060">
                <a:alpha val="38000"/>
              </a:srgbClr>
            </a:outerShdw>
          </a:effectLst>
        </p:spPr>
        <p:txBody>
          <a:bodyPr vert="horz" wrap="none" lIns="91440" tIns="45720" rIns="91440" bIns="45720" numCol="1" anchor="ctr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4000" b="0" i="0" u="none" strike="noStrike" cap="none" normalizeH="0" baseline="0" smtClean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  <a:latin typeface="Arial" panose="020B0604020202020204" pitchFamily="34" charset="0"/>
                <a:ea typeface="SimSun" panose="02010600030101010101" pitchFamily="2" charset="-122"/>
              </a:rPr>
              <a:t>II. Cucumber - Gherkin.</a:t>
            </a:r>
            <a:endParaRPr kumimoji="0" lang="en-US" altLang="zh-CN" sz="4000" b="0" i="0" u="none" strike="noStrike" cap="none" normalizeH="0" baseline="0" smtClean="0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608330" y="1149350"/>
            <a:ext cx="10972800" cy="433705"/>
          </a:xfrm>
          <a:prstGeom prst="roundRect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800" b="1" i="0" u="none" strike="noStrike" cap="none" normalizeH="0" baseline="0" smtClean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3. Gherkin - Generating Steps</a:t>
            </a:r>
            <a:endParaRPr kumimoji="0" lang="en-US" altLang="zh-CN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sp>
        <p:nvSpPr>
          <p:cNvPr id="3" name="Rounded Rectangle 2"/>
          <p:cNvSpPr/>
          <p:nvPr/>
        </p:nvSpPr>
        <p:spPr>
          <a:xfrm>
            <a:off x="622300" y="2073910"/>
            <a:ext cx="10918825" cy="2668905"/>
          </a:xfrm>
          <a:prstGeom prst="roundRect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en-US" altLang="zh-CN" smtClean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  <a:sym typeface="+mn-ea"/>
              </a:rPr>
              <a:t>A</a:t>
            </a:r>
            <a:r>
              <a:rPr lang="zh-CN" altLang="en-US" smtClean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  <a:sym typeface="+mn-ea"/>
              </a:rPr>
              <a:t>nd</a:t>
            </a:r>
            <a:r>
              <a:rPr lang="zh-CN" altLang="en-US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  <a:sym typeface="+mn-ea"/>
              </a:rPr>
              <a:t> "truyen.kieu.02@yopmail.com" and User Name is "Truyen Kieu" should be shown on screen.</a:t>
            </a:r>
            <a:endParaRPr lang="zh-CN" altLang="en-US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  <a:sym typeface="+mn-ea"/>
            </a:endParaRP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en-US" sz="18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@Then("^\"([^\"]*)\" and User Name is \"([^\"]*)\" should be shown on screen\\.$")</a:t>
            </a:r>
            <a:endParaRPr kumimoji="0" lang="zh-CN" altLang="en-US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en-US" sz="18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public void should_be_shown_on_screen(String email, String username) throws Exception {</a:t>
            </a:r>
            <a:endParaRPr kumimoji="0" lang="zh-CN" altLang="en-US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8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	userManageStep.get_Email_Expected(email);</a:t>
            </a:r>
            <a:endParaRPr kumimoji="0" lang="en-US" altLang="zh-CN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8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	userManageStep.get_Username_Expected(username);</a:t>
            </a:r>
            <a:r>
              <a:rPr kumimoji="0" lang="zh-CN" altLang="en-US" sz="18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	    </a:t>
            </a:r>
            <a:endParaRPr kumimoji="0" lang="zh-CN" altLang="en-US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en-US" sz="18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}</a:t>
            </a:r>
            <a:endParaRPr kumimoji="0" lang="zh-CN" altLang="en-US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sp>
        <p:nvSpPr>
          <p:cNvPr id="5" name="Down Arrow 4"/>
          <p:cNvSpPr/>
          <p:nvPr/>
        </p:nvSpPr>
        <p:spPr>
          <a:xfrm>
            <a:off x="4638675" y="2491105"/>
            <a:ext cx="907415" cy="689610"/>
          </a:xfrm>
          <a:prstGeom prst="downArrow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/>
          <p:cNvSpPr>
            <a:spLocks noGrp="1"/>
          </p:cNvSpPr>
          <p:nvPr>
            <p:ph type="title"/>
          </p:nvPr>
        </p:nvSpPr>
        <p:spPr/>
        <p:txBody>
          <a:bodyPr/>
          <a:p>
            <a:endParaRPr lang="en-US"/>
          </a:p>
        </p:txBody>
      </p:sp>
      <p:sp>
        <p:nvSpPr>
          <p:cNvPr id="10" name="Flowchart: Process 9"/>
          <p:cNvSpPr/>
          <p:nvPr/>
        </p:nvSpPr>
        <p:spPr>
          <a:xfrm>
            <a:off x="609600" y="190500"/>
            <a:ext cx="10972800" cy="784860"/>
          </a:xfrm>
          <a:prstGeom prst="flowChartProcess">
            <a:avLst/>
          </a:prstGeom>
          <a:gradFill rotWithShape="0">
            <a:gsLst>
              <a:gs pos="0">
                <a:srgbClr val="012D86"/>
              </a:gs>
              <a:gs pos="100000">
                <a:srgbClr val="0E2557"/>
              </a:gs>
            </a:gsLst>
            <a:lin ang="5400000" scaled="0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50800" dir="5400000" algn="ctr" rotWithShape="0">
              <a:srgbClr val="002060">
                <a:alpha val="38000"/>
              </a:srgbClr>
            </a:outerShdw>
          </a:effectLst>
        </p:spPr>
        <p:txBody>
          <a:bodyPr vert="horz" wrap="none" lIns="91440" tIns="45720" rIns="91440" bIns="45720" numCol="1" anchor="ctr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en-US" altLang="zh-CN" sz="4000" smtClean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  <a:latin typeface="Arial" panose="020B0604020202020204" pitchFamily="34" charset="0"/>
                <a:ea typeface="SimSun" panose="02010600030101010101" pitchFamily="2" charset="-122"/>
                <a:sym typeface="+mn-ea"/>
              </a:rPr>
              <a:t>II. Test function by AUTOMATION.</a:t>
            </a:r>
            <a:endParaRPr kumimoji="0" lang="en-US" altLang="zh-CN" sz="4000" b="0" i="0" u="none" strike="noStrike" cap="none" normalizeH="0" baseline="0" smtClean="0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sp>
        <p:nvSpPr>
          <p:cNvPr id="3" name="Text Box 2"/>
          <p:cNvSpPr txBox="1"/>
          <p:nvPr/>
        </p:nvSpPr>
        <p:spPr>
          <a:xfrm>
            <a:off x="575945" y="1238250"/>
            <a:ext cx="108331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Define step</a:t>
            </a:r>
            <a:endParaRPr lang="en-US"/>
          </a:p>
        </p:txBody>
      </p:sp>
      <p:pic>
        <p:nvPicPr>
          <p:cNvPr id="6" name="Content Placeholder 5" descr="final"/>
          <p:cNvPicPr>
            <a:picLocks noChangeAspect="1"/>
          </p:cNvPicPr>
          <p:nvPr>
            <p:ph idx="1"/>
          </p:nvPr>
        </p:nvPicPr>
        <p:blipFill>
          <a:blip r:embed="rId1"/>
          <a:stretch>
            <a:fillRect/>
          </a:stretch>
        </p:blipFill>
        <p:spPr>
          <a:xfrm>
            <a:off x="575945" y="1606550"/>
            <a:ext cx="6727190" cy="4953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10" name="Flowchart: Process 9"/>
          <p:cNvSpPr/>
          <p:nvPr/>
        </p:nvSpPr>
        <p:spPr>
          <a:xfrm>
            <a:off x="609600" y="190500"/>
            <a:ext cx="10972800" cy="784860"/>
          </a:xfrm>
          <a:prstGeom prst="flowChartProcess">
            <a:avLst/>
          </a:prstGeom>
          <a:gradFill rotWithShape="0">
            <a:gsLst>
              <a:gs pos="0">
                <a:srgbClr val="012D86"/>
              </a:gs>
              <a:gs pos="100000">
                <a:srgbClr val="0E2557"/>
              </a:gs>
            </a:gsLst>
            <a:lin ang="5400000" scaled="0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50800" dir="5400000" algn="ctr" rotWithShape="0">
              <a:srgbClr val="002060">
                <a:alpha val="38000"/>
              </a:srgbClr>
            </a:outerShdw>
          </a:effectLst>
        </p:spPr>
        <p:txBody>
          <a:bodyPr vert="horz" wrap="none" lIns="91440" tIns="45720" rIns="91440" bIns="45720" numCol="1" anchor="ctr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en-US" altLang="zh-CN" sz="3600" smtClean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  <a:latin typeface="Arial" panose="020B0604020202020204" pitchFamily="34" charset="0"/>
                <a:ea typeface="SimSun" panose="02010600030101010101" pitchFamily="2" charset="-122"/>
                <a:sym typeface="+mn-ea"/>
              </a:rPr>
              <a:t>II. Test function by AUTOMATION.</a:t>
            </a:r>
            <a:endParaRPr kumimoji="0" lang="en-US" altLang="zh-CN" sz="3600" b="0" i="0" u="none" strike="noStrike" cap="none" normalizeH="0" baseline="0" smtClean="0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  <a:latin typeface="Arial" panose="020B0604020202020204" pitchFamily="34" charset="0"/>
              <a:ea typeface="SimSun" panose="02010600030101010101" pitchFamily="2" charset="-122"/>
              <a:sym typeface="+mn-ea"/>
            </a:endParaRPr>
          </a:p>
        </p:txBody>
      </p:sp>
      <p:sp>
        <p:nvSpPr>
          <p:cNvPr id="3" name="Rounded Rectangle 2"/>
          <p:cNvSpPr/>
          <p:nvPr/>
        </p:nvSpPr>
        <p:spPr>
          <a:xfrm>
            <a:off x="9428480" y="1159510"/>
            <a:ext cx="2153920" cy="4627880"/>
          </a:xfrm>
          <a:prstGeom prst="roundRect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/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en-US" altLang="zh-CN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sp>
        <p:nvSpPr>
          <p:cNvPr id="4" name="Text Box 3"/>
          <p:cNvSpPr txBox="1"/>
          <p:nvPr/>
        </p:nvSpPr>
        <p:spPr>
          <a:xfrm>
            <a:off x="9995535" y="1159510"/>
            <a:ext cx="101981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>
                <a:solidFill>
                  <a:schemeClr val="accent5">
                    <a:lumMod val="40000"/>
                    <a:lumOff val="60000"/>
                  </a:schemeClr>
                </a:solidFill>
              </a:rPr>
              <a:t>PAGE</a:t>
            </a:r>
            <a:endParaRPr lang="en-US">
              <a:solidFill>
                <a:schemeClr val="accent5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5" name="Flowchart: Terminator 4"/>
          <p:cNvSpPr/>
          <p:nvPr/>
        </p:nvSpPr>
        <p:spPr>
          <a:xfrm>
            <a:off x="9631680" y="1707515"/>
            <a:ext cx="1784985" cy="1070610"/>
          </a:xfrm>
          <a:prstGeom prst="flowChartTerminator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vert="horz" wrap="none" lIns="91440" tIns="45720" rIns="91440" bIns="45720" numCol="1" anchor="ctr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8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...locator 1....</a:t>
            </a:r>
            <a:endParaRPr kumimoji="0" lang="en-US" altLang="zh-CN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8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~ Method 1 ~</a:t>
            </a:r>
            <a:endParaRPr kumimoji="0" lang="en-US" altLang="zh-CN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sp>
        <p:nvSpPr>
          <p:cNvPr id="6" name="Flowchart: Terminator 5"/>
          <p:cNvSpPr/>
          <p:nvPr/>
        </p:nvSpPr>
        <p:spPr>
          <a:xfrm>
            <a:off x="9631045" y="3046095"/>
            <a:ext cx="1785620" cy="1070610"/>
          </a:xfrm>
          <a:prstGeom prst="flowChartTerminator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vert="horz" wrap="none" lIns="91440" tIns="45720" rIns="91440" bIns="45720" numCol="1" anchor="ctr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8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...locator 2....</a:t>
            </a:r>
            <a:endParaRPr kumimoji="0" lang="en-US" altLang="zh-CN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8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~ Method 2 ~</a:t>
            </a:r>
            <a:endParaRPr kumimoji="0" lang="en-US" altLang="zh-CN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sp>
        <p:nvSpPr>
          <p:cNvPr id="7" name="Flowchart: Terminator 6"/>
          <p:cNvSpPr/>
          <p:nvPr/>
        </p:nvSpPr>
        <p:spPr>
          <a:xfrm>
            <a:off x="9752965" y="4384040"/>
            <a:ext cx="1663700" cy="1070610"/>
          </a:xfrm>
          <a:prstGeom prst="flowChartTerminator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vert="horz" wrap="none" lIns="91440" tIns="45720" rIns="91440" bIns="45720" numCol="1" anchor="ctr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8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...locator 3....</a:t>
            </a:r>
            <a:endParaRPr kumimoji="0" lang="en-US" altLang="zh-CN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8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~ Method 3~</a:t>
            </a:r>
            <a:endParaRPr kumimoji="0" lang="en-US" altLang="zh-CN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5617845" y="1159510"/>
            <a:ext cx="2162175" cy="4627880"/>
          </a:xfrm>
          <a:prstGeom prst="roundRect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/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8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 </a:t>
            </a:r>
            <a:endParaRPr kumimoji="0" lang="en-US" altLang="zh-CN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sp>
        <p:nvSpPr>
          <p:cNvPr id="9" name="Flowchart: Terminator 8"/>
          <p:cNvSpPr/>
          <p:nvPr/>
        </p:nvSpPr>
        <p:spPr>
          <a:xfrm>
            <a:off x="5832475" y="1995805"/>
            <a:ext cx="1733550" cy="739140"/>
          </a:xfrm>
          <a:prstGeom prst="flowChartTerminator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vert="horz" wrap="none" lIns="91440" tIns="45720" rIns="91440" bIns="45720" numCol="1" anchor="ctr" anchorCtr="0" compatLnSpc="1"/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8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Step 1</a:t>
            </a:r>
            <a:endParaRPr kumimoji="0" lang="en-US" altLang="zh-CN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sp>
        <p:nvSpPr>
          <p:cNvPr id="12" name="Text Box 11"/>
          <p:cNvSpPr txBox="1"/>
          <p:nvPr/>
        </p:nvSpPr>
        <p:spPr>
          <a:xfrm>
            <a:off x="6188710" y="1159510"/>
            <a:ext cx="101981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>
                <a:solidFill>
                  <a:schemeClr val="accent5">
                    <a:lumMod val="40000"/>
                    <a:lumOff val="60000"/>
                  </a:schemeClr>
                </a:solidFill>
              </a:rPr>
              <a:t>STEP</a:t>
            </a:r>
            <a:endParaRPr lang="en-US">
              <a:solidFill>
                <a:schemeClr val="accent5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15" name="Flowchart: Terminator 14"/>
          <p:cNvSpPr/>
          <p:nvPr/>
        </p:nvSpPr>
        <p:spPr>
          <a:xfrm>
            <a:off x="5831840" y="3540760"/>
            <a:ext cx="1733550" cy="739140"/>
          </a:xfrm>
          <a:prstGeom prst="flowChartTerminator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vert="horz" wrap="none" lIns="91440" tIns="45720" rIns="91440" bIns="45720" numCol="1" anchor="ctr" anchorCtr="0" compatLnSpc="1"/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8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Step 2</a:t>
            </a:r>
            <a:endParaRPr kumimoji="0" lang="en-US" altLang="zh-CN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sp>
        <p:nvSpPr>
          <p:cNvPr id="16" name="Flowchart: Terminator 15"/>
          <p:cNvSpPr/>
          <p:nvPr/>
        </p:nvSpPr>
        <p:spPr>
          <a:xfrm>
            <a:off x="5831840" y="4901565"/>
            <a:ext cx="1733550" cy="739140"/>
          </a:xfrm>
          <a:prstGeom prst="flowChartTerminator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vert="horz" wrap="none" lIns="91440" tIns="45720" rIns="91440" bIns="45720" numCol="1" anchor="ctr" anchorCtr="0" compatLnSpc="1"/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8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Step 3</a:t>
            </a:r>
            <a:endParaRPr kumimoji="0" lang="en-US" altLang="zh-CN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sp>
        <p:nvSpPr>
          <p:cNvPr id="18" name="Rounded Rectangle 17"/>
          <p:cNvSpPr/>
          <p:nvPr/>
        </p:nvSpPr>
        <p:spPr>
          <a:xfrm>
            <a:off x="2437765" y="2487295"/>
            <a:ext cx="2195195" cy="1971675"/>
          </a:xfrm>
          <a:prstGeom prst="roundRect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/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8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 </a:t>
            </a:r>
            <a:endParaRPr kumimoji="0" lang="en-US" altLang="zh-CN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sp>
        <p:nvSpPr>
          <p:cNvPr id="19" name="Text Box 18"/>
          <p:cNvSpPr txBox="1"/>
          <p:nvPr/>
        </p:nvSpPr>
        <p:spPr>
          <a:xfrm>
            <a:off x="2701925" y="2677795"/>
            <a:ext cx="166624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>
                <a:solidFill>
                  <a:schemeClr val="accent5">
                    <a:lumMod val="40000"/>
                    <a:lumOff val="60000"/>
                  </a:schemeClr>
                </a:solidFill>
              </a:rPr>
              <a:t>DEFINITION</a:t>
            </a:r>
            <a:endParaRPr lang="en-US">
              <a:solidFill>
                <a:schemeClr val="accent5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20" name="Flowchart: Terminator 19"/>
          <p:cNvSpPr/>
          <p:nvPr/>
        </p:nvSpPr>
        <p:spPr>
          <a:xfrm>
            <a:off x="2668270" y="3211830"/>
            <a:ext cx="1733550" cy="739140"/>
          </a:xfrm>
          <a:prstGeom prst="flowChartTerminator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vert="horz" wrap="none" lIns="91440" tIns="45720" rIns="91440" bIns="45720" numCol="1" anchor="ctr" anchorCtr="0" compatLnSpc="1"/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8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Action 1</a:t>
            </a:r>
            <a:endParaRPr kumimoji="0" lang="en-US" altLang="zh-CN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cxnSp>
        <p:nvCxnSpPr>
          <p:cNvPr id="25" name="Curved Connector 24"/>
          <p:cNvCxnSpPr>
            <a:stCxn id="5" idx="1"/>
            <a:endCxn id="9" idx="3"/>
          </p:cNvCxnSpPr>
          <p:nvPr/>
        </p:nvCxnSpPr>
        <p:spPr>
          <a:xfrm rot="10800000" flipV="1">
            <a:off x="7565390" y="2242185"/>
            <a:ext cx="2065655" cy="122555"/>
          </a:xfrm>
          <a:prstGeom prst="curvedConnector3">
            <a:avLst>
              <a:gd name="adj1" fmla="val 49985"/>
            </a:avLst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arrow" w="med" len="med"/>
          </a:ln>
        </p:spPr>
      </p:cxnSp>
      <p:cxnSp>
        <p:nvCxnSpPr>
          <p:cNvPr id="26" name="Curved Connector 25"/>
          <p:cNvCxnSpPr>
            <a:stCxn id="6" idx="1"/>
            <a:endCxn id="15" idx="3"/>
          </p:cNvCxnSpPr>
          <p:nvPr/>
        </p:nvCxnSpPr>
        <p:spPr>
          <a:xfrm rot="10800000" flipV="1">
            <a:off x="7564755" y="3581400"/>
            <a:ext cx="2065655" cy="328930"/>
          </a:xfrm>
          <a:prstGeom prst="curvedConnector3">
            <a:avLst>
              <a:gd name="adj1" fmla="val 49985"/>
            </a:avLst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arrow" w="med" len="med"/>
          </a:ln>
        </p:spPr>
      </p:cxnSp>
      <p:cxnSp>
        <p:nvCxnSpPr>
          <p:cNvPr id="27" name="Curved Connector 26"/>
          <p:cNvCxnSpPr>
            <a:stCxn id="7" idx="1"/>
            <a:endCxn id="16" idx="3"/>
          </p:cNvCxnSpPr>
          <p:nvPr/>
        </p:nvCxnSpPr>
        <p:spPr>
          <a:xfrm rot="10800000" flipV="1">
            <a:off x="7564755" y="4919345"/>
            <a:ext cx="2187575" cy="351790"/>
          </a:xfrm>
          <a:prstGeom prst="curvedConnector3">
            <a:avLst>
              <a:gd name="adj1" fmla="val 49985"/>
            </a:avLst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arrow" w="med" len="med"/>
          </a:ln>
        </p:spPr>
      </p:cxnSp>
      <p:cxnSp>
        <p:nvCxnSpPr>
          <p:cNvPr id="28" name="Curved Connector 27"/>
          <p:cNvCxnSpPr>
            <a:stCxn id="9" idx="1"/>
            <a:endCxn id="20" idx="3"/>
          </p:cNvCxnSpPr>
          <p:nvPr/>
        </p:nvCxnSpPr>
        <p:spPr>
          <a:xfrm rot="10800000" flipV="1">
            <a:off x="4401820" y="2365375"/>
            <a:ext cx="1430655" cy="1216025"/>
          </a:xfrm>
          <a:prstGeom prst="curvedConnector3">
            <a:avLst>
              <a:gd name="adj1" fmla="val 49978"/>
            </a:avLst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arrow" w="med" len="med"/>
          </a:ln>
        </p:spPr>
      </p:cxnSp>
      <p:cxnSp>
        <p:nvCxnSpPr>
          <p:cNvPr id="29" name="Curved Connector 28"/>
          <p:cNvCxnSpPr>
            <a:stCxn id="15" idx="1"/>
            <a:endCxn id="20" idx="3"/>
          </p:cNvCxnSpPr>
          <p:nvPr/>
        </p:nvCxnSpPr>
        <p:spPr>
          <a:xfrm rot="10800000">
            <a:off x="4401820" y="3581400"/>
            <a:ext cx="1430020" cy="328930"/>
          </a:xfrm>
          <a:prstGeom prst="curvedConnector3">
            <a:avLst>
              <a:gd name="adj1" fmla="val 50000"/>
            </a:avLst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arrow" w="med" len="med"/>
          </a:ln>
        </p:spPr>
      </p:cxnSp>
      <p:cxnSp>
        <p:nvCxnSpPr>
          <p:cNvPr id="30" name="Curved Connector 29"/>
          <p:cNvCxnSpPr>
            <a:stCxn id="16" idx="1"/>
            <a:endCxn id="20" idx="3"/>
          </p:cNvCxnSpPr>
          <p:nvPr/>
        </p:nvCxnSpPr>
        <p:spPr>
          <a:xfrm rot="10800000">
            <a:off x="4401820" y="3581400"/>
            <a:ext cx="1430020" cy="1689735"/>
          </a:xfrm>
          <a:prstGeom prst="curvedConnector3">
            <a:avLst>
              <a:gd name="adj1" fmla="val 50000"/>
            </a:avLst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arrow" w="med" len="med"/>
          </a:ln>
        </p:spPr>
      </p:cxnSp>
      <p:sp>
        <p:nvSpPr>
          <p:cNvPr id="34" name="Explosion 1 33"/>
          <p:cNvSpPr/>
          <p:nvPr/>
        </p:nvSpPr>
        <p:spPr>
          <a:xfrm>
            <a:off x="144780" y="1191260"/>
            <a:ext cx="2292985" cy="2020570"/>
          </a:xfrm>
          <a:prstGeom prst="irregularSeal1">
            <a:avLst/>
          </a:prstGeom>
          <a:solidFill>
            <a:srgbClr val="92D050"/>
          </a:soli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800" b="1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Feature File</a:t>
            </a:r>
            <a:endParaRPr kumimoji="0" lang="en-US" altLang="zh-CN" sz="1800" b="1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cxnSp>
        <p:nvCxnSpPr>
          <p:cNvPr id="35" name="Curved Connector 34"/>
          <p:cNvCxnSpPr>
            <a:stCxn id="34" idx="2"/>
            <a:endCxn id="20" idx="1"/>
          </p:cNvCxnSpPr>
          <p:nvPr/>
        </p:nvCxnSpPr>
        <p:spPr>
          <a:xfrm rot="5400000" flipV="1">
            <a:off x="1671955" y="2585085"/>
            <a:ext cx="369570" cy="1623060"/>
          </a:xfrm>
          <a:prstGeom prst="curvedConnector2">
            <a:avLst/>
          </a:prstGeom>
          <a:ln w="38100">
            <a:solidFill>
              <a:srgbClr val="92D050"/>
            </a:solidFill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/>
          <p:cNvSpPr>
            <a:spLocks noGrp="1"/>
          </p:cNvSpPr>
          <p:nvPr>
            <p:ph type="title"/>
          </p:nvPr>
        </p:nvSpPr>
        <p:spPr/>
        <p:txBody>
          <a:bodyPr/>
          <a:p>
            <a:endParaRPr lang="en-US"/>
          </a:p>
        </p:txBody>
      </p:sp>
      <p:sp>
        <p:nvSpPr>
          <p:cNvPr id="10" name="Flowchart: Process 9"/>
          <p:cNvSpPr/>
          <p:nvPr/>
        </p:nvSpPr>
        <p:spPr>
          <a:xfrm>
            <a:off x="609600" y="190500"/>
            <a:ext cx="10972800" cy="784860"/>
          </a:xfrm>
          <a:prstGeom prst="flowChartProcess">
            <a:avLst/>
          </a:prstGeom>
          <a:gradFill rotWithShape="0">
            <a:gsLst>
              <a:gs pos="0">
                <a:srgbClr val="012D86"/>
              </a:gs>
              <a:gs pos="100000">
                <a:srgbClr val="0E2557"/>
              </a:gs>
            </a:gsLst>
            <a:lin ang="5400000" scaled="0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50800" dir="5400000" algn="ctr" rotWithShape="0">
              <a:srgbClr val="002060">
                <a:alpha val="38000"/>
              </a:srgbClr>
            </a:outerShdw>
          </a:effectLst>
        </p:spPr>
        <p:txBody>
          <a:bodyPr vert="horz" wrap="none" lIns="91440" tIns="45720" rIns="91440" bIns="45720" numCol="1" anchor="ctr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en-US" altLang="zh-CN" sz="3600" smtClean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  <a:latin typeface="Arial" panose="020B0604020202020204" pitchFamily="34" charset="0"/>
                <a:ea typeface="SimSun" panose="02010600030101010101" pitchFamily="2" charset="-122"/>
                <a:sym typeface="+mn-ea"/>
              </a:rPr>
              <a:t>II. Test function by AUTOMATION.</a:t>
            </a:r>
            <a:endParaRPr kumimoji="0" lang="en-US" altLang="zh-CN" sz="3600" b="0" i="0" u="none" strike="noStrike" cap="none" normalizeH="0" baseline="0" smtClean="0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  <a:latin typeface="Arial" panose="020B0604020202020204" pitchFamily="34" charset="0"/>
              <a:ea typeface="SimSun" panose="02010600030101010101" pitchFamily="2" charset="-122"/>
              <a:sym typeface="+mn-ea"/>
            </a:endParaRPr>
          </a:p>
        </p:txBody>
      </p:sp>
      <p:pic>
        <p:nvPicPr>
          <p:cNvPr id="11" name="Content Placeholder 10" descr="ghe"/>
          <p:cNvPicPr>
            <a:picLocks noChangeAspect="1"/>
          </p:cNvPicPr>
          <p:nvPr>
            <p:ph idx="1"/>
          </p:nvPr>
        </p:nvPicPr>
        <p:blipFill>
          <a:blip r:embed="rId1"/>
          <a:stretch>
            <a:fillRect/>
          </a:stretch>
        </p:blipFill>
        <p:spPr>
          <a:xfrm>
            <a:off x="4093845" y="1174750"/>
            <a:ext cx="3604895" cy="528383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10" name="Flowchart: Process 9"/>
          <p:cNvSpPr/>
          <p:nvPr/>
        </p:nvSpPr>
        <p:spPr>
          <a:xfrm>
            <a:off x="609600" y="190500"/>
            <a:ext cx="10972800" cy="784860"/>
          </a:xfrm>
          <a:prstGeom prst="flowChartProcess">
            <a:avLst/>
          </a:prstGeom>
          <a:gradFill rotWithShape="0">
            <a:gsLst>
              <a:gs pos="0">
                <a:srgbClr val="012D86"/>
              </a:gs>
              <a:gs pos="100000">
                <a:srgbClr val="0E2557"/>
              </a:gs>
            </a:gsLst>
            <a:lin ang="5400000" scaled="0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50800" dir="5400000" algn="ctr" rotWithShape="0">
              <a:srgbClr val="002060">
                <a:alpha val="38000"/>
              </a:srgbClr>
            </a:outerShdw>
          </a:effectLst>
        </p:spPr>
        <p:txBody>
          <a:bodyPr vert="horz" wrap="none" lIns="91440" tIns="45720" rIns="91440" bIns="45720" numCol="1" anchor="ctr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en-US" altLang="zh-CN" sz="3600" smtClean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  <a:latin typeface="Arial" panose="020B0604020202020204" pitchFamily="34" charset="0"/>
                <a:ea typeface="SimSun" panose="02010600030101010101" pitchFamily="2" charset="-122"/>
                <a:sym typeface="+mn-ea"/>
              </a:rPr>
              <a:t>III. Demo &amp; Report</a:t>
            </a:r>
            <a:endParaRPr kumimoji="0" lang="en-US" altLang="zh-CN" sz="3600" b="0" i="0" u="none" strike="noStrike" cap="none" normalizeH="0" baseline="0" smtClean="0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  <a:latin typeface="Arial" panose="020B0604020202020204" pitchFamily="34" charset="0"/>
              <a:ea typeface="SimSun" panose="02010600030101010101" pitchFamily="2" charset="-122"/>
              <a:sym typeface="+mn-ea"/>
            </a:endParaRPr>
          </a:p>
        </p:txBody>
      </p:sp>
      <p:sp>
        <p:nvSpPr>
          <p:cNvPr id="11" name="Content Placeholder 10"/>
          <p:cNvSpPr>
            <a:spLocks noGrp="1"/>
          </p:cNvSpPr>
          <p:nvPr>
            <p:ph idx="1"/>
          </p:nvPr>
        </p:nvSpPr>
        <p:spPr>
          <a:xfrm>
            <a:off x="609600" y="1974850"/>
            <a:ext cx="10972800" cy="4953000"/>
          </a:xfrm>
        </p:spPr>
        <p:txBody>
          <a:bodyPr>
            <a:scene3d>
              <a:camera prst="orthographicFront"/>
              <a:lightRig rig="threePt" dir="t"/>
            </a:scene3d>
          </a:bodyPr>
          <a:lstStyle/>
          <a:p>
            <a:pPr marL="0" indent="0" algn="ctr">
              <a:buNone/>
            </a:pPr>
            <a:r>
              <a:rPr lang="en-US"/>
              <a:t> </a:t>
            </a:r>
            <a:r>
              <a:rPr lang="en-US" sz="4800"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Scenario - Create new User</a:t>
            </a:r>
            <a:endParaRPr lang="en-US" sz="4800"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4250690" y="2829560"/>
            <a:ext cx="3689985" cy="1198880"/>
          </a:xfrm>
          <a:prstGeom prst="rect">
            <a:avLst/>
          </a:prstGeom>
          <a:noFill/>
          <a:ln>
            <a:noFill/>
          </a:ln>
        </p:spPr>
        <p:txBody>
          <a:bodyPr wrap="none" rtlCol="0" anchor="t">
            <a:spAutoFit/>
          </a:bodyPr>
          <a:lstStyle/>
          <a:p>
            <a:pPr algn="ctr"/>
            <a:r>
              <a:rPr lang="en-US" altLang="zh-CN" sz="7200" b="1"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Thanks!</a:t>
            </a:r>
            <a:endParaRPr lang="en-US" altLang="zh-CN" sz="7200" b="1"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range Waves">
  <a:themeElements>
    <a:clrScheme name="Orange Waves 13">
      <a:dk1>
        <a:srgbClr val="000000"/>
      </a:dk1>
      <a:lt1>
        <a:srgbClr val="FFFFFF"/>
      </a:lt1>
      <a:dk2>
        <a:srgbClr val="000000"/>
      </a:dk2>
      <a:lt2>
        <a:srgbClr val="969696"/>
      </a:lt2>
      <a:accent1>
        <a:srgbClr val="C73109"/>
      </a:accent1>
      <a:accent2>
        <a:srgbClr val="FF5050"/>
      </a:accent2>
      <a:accent3>
        <a:srgbClr val="FFFFFF"/>
      </a:accent3>
      <a:accent4>
        <a:srgbClr val="000000"/>
      </a:accent4>
      <a:accent5>
        <a:srgbClr val="E0ADAA"/>
      </a:accent5>
      <a:accent6>
        <a:srgbClr val="E74848"/>
      </a:accent6>
      <a:hlink>
        <a:srgbClr val="4D4D4D"/>
      </a:hlink>
      <a:folHlink>
        <a:srgbClr val="777777"/>
      </a:folHlink>
    </a:clrScheme>
    <a:fontScheme name="Orange Waves">
      <a:majorFont>
        <a:latin typeface="Arial"/>
        <a:ea typeface="SimSun"/>
        <a:cs typeface=""/>
      </a:majorFont>
      <a:minorFont>
        <a:latin typeface="Arial"/>
        <a:ea typeface="SimSun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accent1"/>
            </a:gs>
            <a:gs pos="100000">
              <a:schemeClr val="accent2"/>
            </a:gs>
          </a:gsLst>
          <a:lin ang="5400000" scaled="1"/>
        </a:gradFill>
        <a:ln w="9525" cap="flat" cmpd="sng" algn="ctr">
          <a:solidFill>
            <a:schemeClr val="accent1"/>
          </a:solidFill>
          <a:prstDash val="solid"/>
          <a:round/>
          <a:headEnd type="none" w="med" len="med"/>
          <a:tailEnd type="none" w="med" len="med"/>
        </a:ln>
      </a:spPr>
      <a:bodyPr vert="horz" wrap="none" lIns="91440" tIns="45720" rIns="91440" bIns="45720" numCol="1" anchor="ctr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defRPr kumimoji="0" lang="zh-CN" alt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SimSun" panose="02010600030101010101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accent1"/>
            </a:gs>
            <a:gs pos="100000">
              <a:schemeClr val="accent2"/>
            </a:gs>
          </a:gsLst>
          <a:lin ang="5400000" scaled="1"/>
        </a:gradFill>
        <a:ln w="9525" cap="flat" cmpd="sng" algn="ctr">
          <a:solidFill>
            <a:schemeClr val="accent1"/>
          </a:solidFill>
          <a:prstDash val="solid"/>
          <a:round/>
          <a:headEnd type="none" w="med" len="med"/>
          <a:tailEnd type="none" w="med" len="med"/>
        </a:ln>
      </a:spPr>
      <a:bodyPr vert="horz" wrap="none" lIns="91440" tIns="45720" rIns="91440" bIns="45720" numCol="1" anchor="ctr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defRPr kumimoji="0" lang="zh-CN" alt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SimSun" panose="02010600030101010101" pitchFamily="2" charset="-122"/>
          </a:defRPr>
        </a:defPPr>
      </a:lstStyle>
    </a:lnDef>
  </a:objectDefaults>
  <a:extraClrSchemeLst>
    <a:extraClrScheme>
      <a:clrScheme name="Orange Waves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range Waves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range Waves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range Waves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range Waves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range Waves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Orange Waves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Orange Waves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Orange Waves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Orange Waves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Orange Waves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Orange Waves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Orange Waves 13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C73109"/>
        </a:accent1>
        <a:accent2>
          <a:srgbClr val="FF5050"/>
        </a:accent2>
        <a:accent3>
          <a:srgbClr val="FFFFFF"/>
        </a:accent3>
        <a:accent4>
          <a:srgbClr val="000000"/>
        </a:accent4>
        <a:accent5>
          <a:srgbClr val="E0ADAA"/>
        </a:accent5>
        <a:accent6>
          <a:srgbClr val="E74848"/>
        </a:accent6>
        <a:hlink>
          <a:srgbClr val="4D4D4D"/>
        </a:hlink>
        <a:folHlink>
          <a:srgbClr val="777777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5961</Words>
  <Application>WPS Presentation</Application>
  <PresentationFormat>Widescreen</PresentationFormat>
  <Paragraphs>297</Paragraphs>
  <Slides>23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23</vt:i4>
      </vt:variant>
    </vt:vector>
  </HeadingPairs>
  <TitlesOfParts>
    <vt:vector size="32" baseType="lpstr">
      <vt:lpstr>Arial</vt:lpstr>
      <vt:lpstr>SimSun</vt:lpstr>
      <vt:lpstr>Wingdings</vt:lpstr>
      <vt:lpstr>Microsoft YaHei</vt:lpstr>
      <vt:lpstr/>
      <vt:lpstr>Arial Unicode MS</vt:lpstr>
      <vt:lpstr>Calibri</vt:lpstr>
      <vt:lpstr>Segoe Print</vt:lpstr>
      <vt:lpstr>Orange Waves</vt:lpstr>
      <vt:lpstr> Sharing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Sharing</dc:title>
  <dc:creator>kieuv</dc:creator>
  <cp:lastModifiedBy>kieuv</cp:lastModifiedBy>
  <cp:revision>94</cp:revision>
  <dcterms:created xsi:type="dcterms:W3CDTF">2017-12-03T10:52:00Z</dcterms:created>
  <dcterms:modified xsi:type="dcterms:W3CDTF">2017-12-27T17:00:43Z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1033-10.2.0.5965</vt:lpwstr>
  </property>
</Properties>
</file>