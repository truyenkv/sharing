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64" r:id="rId5"/>
    <p:sldId id="322" r:id="rId6"/>
    <p:sldId id="323" r:id="rId7"/>
    <p:sldId id="324" r:id="rId8"/>
    <p:sldId id="325" r:id="rId9"/>
    <p:sldId id="326" r:id="rId10"/>
    <p:sldId id="277" r:id="rId11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120" y="8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795020"/>
            <a:ext cx="9144000" cy="923925"/>
          </a:xfrm>
        </p:spPr>
        <p:txBody>
          <a:bodyPr>
            <a:normAutofit/>
          </a:bodyPr>
          <a:lstStyle/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 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1579245"/>
            <a:ext cx="9271000" cy="1545590"/>
          </a:xfrm>
        </p:spPr>
        <p:txBody>
          <a:bodyPr/>
          <a:lstStyle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Automation Testing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271770" y="44227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 - QC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TMA SOLUTION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	</a:t>
            </a:r>
            <a:r>
              <a:rPr lang="en-US" sz="4400"/>
              <a:t> </a:t>
            </a:r>
            <a:endParaRPr lang="en-US" sz="4400"/>
          </a:p>
          <a:p>
            <a:endParaRPr lang="en-US" sz="4400"/>
          </a:p>
          <a:p>
            <a:pPr marL="0" indent="0">
              <a:buNone/>
            </a:pPr>
            <a:endParaRPr lang="en-US" sz="4400"/>
          </a:p>
          <a:p>
            <a:pPr marL="0" indent="0">
              <a:buNone/>
            </a:pPr>
            <a:endParaRPr lang="en-US" sz="4400"/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Scenario Map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11" name="Content Placeholder 10" descr="Scenario"/>
          <p:cNvPicPr>
            <a:picLocks noChangeAspect="1"/>
          </p:cNvPicPr>
          <p:nvPr>
            <p:ph sz="half" idx="2"/>
          </p:nvPr>
        </p:nvPicPr>
        <p:blipFill>
          <a:blip r:embed="rId1"/>
          <a:stretch>
            <a:fillRect/>
          </a:stretch>
        </p:blipFill>
        <p:spPr>
          <a:xfrm>
            <a:off x="2056130" y="1174750"/>
            <a:ext cx="7750175" cy="47123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 Account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"cd.0022@yopmail.com"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Admin-Archived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Click on Enable button on Confirmation popup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Admin-Archived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Click on Enable button on Confirmation popup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"cd.001@yopmail.com"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Admin-Duplicate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Manage Administrators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Add User button.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First Name is "Truyen", Last Name is "Kieu" and Email is "cd.0022@yopmail.com"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"Email cd.0022@yopmail.com is already in use" was shown on screen.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Background:</a:t>
            </a:r>
            <a:r>
              <a:rPr lang="en-US" sz="1200"/>
              <a:t> 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Given </a:t>
            </a:r>
            <a:r>
              <a:rPr lang="en-US" sz="1200"/>
              <a:t>The user login "http://goodjobs-dev.dynagility.us/login" by "hl.01@yopmail.com" and "Cdbently2408!" successfully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Update User Profile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User menu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User profile link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Update First Name is "Truyen", Last Name is "Kieu"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User Profile screen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"Manage System Administrators"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"hl.01@yopmail.com" should be shown on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"Truyen Kieu" Shows correctly be shown on screen.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Create Company account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Click on Manage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  <a:effectLst/>
              </a:rPr>
              <a:t>And </a:t>
            </a:r>
            <a:r>
              <a:rPr lang="en-US" sz="1200"/>
              <a:t>Click on Add Company button on Manage Companies menu.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required field are Company Name: "Cdbently 021", Company Identifier: "11-1111111" and select required drop down box.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Input Street Address is "123 new orl land", City is "newyork", State is "US", Zip is "11111".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user with Fist Name is "user2 fName", Last Name is "user2 lName", and Email is "cd.0021@yopmail.com"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Save button on Manage Company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System should navigate to Manage Companies screen and "Manage Companies" should shown.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"Cdbently 021" Shows correctly be shown on Manage Companies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I. Administrator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Manage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Admin authorise and add user successfully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"http://goodjobs-dev.dynagility.us/onboarding?email=hl.tr.23@yopmail.com&amp;token=NWRsb3RkMnJiZGo%3D"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Authorized company, update many drop down list value.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Add a new User account with First Name is "truyen", Last Name is "kieu", email is "truyen.linh.3@yopmail.com", role is user.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Location screens.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Next to Report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Then </a:t>
            </a:r>
            <a:r>
              <a:rPr lang="en-US" sz="1200"/>
              <a:t>The title is "Complete these steps to provide employee data" should show on Upload Employee Data screens.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II. Company Manager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Design Scenario in feature file.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>
              <a:buNone/>
            </a:pPr>
            <a:endParaRPr lang="en-US" sz="120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sz="1200">
                <a:solidFill>
                  <a:srgbClr val="92D050"/>
                </a:solidFill>
              </a:rPr>
              <a:t>Feature</a:t>
            </a:r>
            <a:r>
              <a:rPr lang="en-US" sz="1200"/>
              <a:t>: Company User account checks login on first time.</a:t>
            </a:r>
            <a:endParaRPr lang="en-US" sz="1200"/>
          </a:p>
          <a:p>
            <a:pPr marL="0" indent="0">
              <a:buNone/>
            </a:pPr>
            <a:endParaRPr lang="en-US" sz="1200"/>
          </a:p>
          <a:p>
            <a:pPr marL="0" indent="0">
              <a:buNone/>
            </a:pPr>
            <a:r>
              <a:rPr lang="en-US" sz="1200"/>
              <a:t>  </a:t>
            </a:r>
            <a:r>
              <a:rPr lang="en-US" sz="1200">
                <a:solidFill>
                  <a:srgbClr val="92D050"/>
                </a:solidFill>
              </a:rPr>
              <a:t>Scenario</a:t>
            </a:r>
            <a:r>
              <a:rPr lang="en-US" sz="1200"/>
              <a:t>: User login in first time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When </a:t>
            </a:r>
            <a:r>
              <a:rPr lang="en-US" sz="1200"/>
              <a:t>Join Working Metrics screen via link is "http://goodjobs-dev.dynagility.us/onboarding?email=truyen.linh.3@yopmail.com&amp;token=M2ZuNjlhbDllamlu"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Click on Create an account on Working Metrics screen.</a:t>
            </a:r>
            <a:endParaRPr lang="en-US" sz="1200"/>
          </a:p>
          <a:p>
            <a:pPr marL="0" indent="0">
              <a:buNone/>
            </a:pPr>
            <a:r>
              <a:rPr lang="en-US" sz="1200"/>
              <a:t>    </a:t>
            </a:r>
            <a:r>
              <a:rPr lang="en-US" sz="1200">
                <a:solidFill>
                  <a:srgbClr val="00B0F0"/>
                </a:solidFill>
              </a:rPr>
              <a:t>And </a:t>
            </a:r>
            <a:r>
              <a:rPr lang="en-US" sz="1200"/>
              <a:t>Create password is "12345678xx@X".</a:t>
            </a:r>
            <a:endParaRPr lang="en-US" sz="1200"/>
          </a:p>
        </p:txBody>
      </p:sp>
      <p:sp>
        <p:nvSpPr>
          <p:cNvPr id="5" name="Rounded Rectangle 4"/>
          <p:cNvSpPr/>
          <p:nvPr/>
        </p:nvSpPr>
        <p:spPr>
          <a:xfrm>
            <a:off x="609600" y="1029335"/>
            <a:ext cx="4919980" cy="36258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800" b="1" i="0" u="none" strike="noStrike" cap="none" normalizeH="0" baseline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  <a:ea typeface="SimSun" panose="02010600030101010101" pitchFamily="2" charset="-122"/>
              </a:rPr>
              <a:t>III. Company User </a:t>
            </a:r>
            <a:endParaRPr kumimoji="0" lang="en-US" altLang="zh-CN" sz="1800" b="1" i="0" u="none" strike="noStrike" cap="none" normalizeH="0" baseline="0" smtClean="0">
              <a:ln>
                <a:noFill/>
              </a:ln>
              <a:solidFill>
                <a:schemeClr val="bg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III. Demo.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4" name="Content Placeholder 3"/>
          <p:cNvSpPr/>
          <p:nvPr>
            <p:ph idx="1"/>
          </p:nvPr>
        </p:nvSpPr>
        <p:spPr>
          <a:xfrm>
            <a:off x="609600" y="1391920"/>
            <a:ext cx="10972800" cy="4873625"/>
          </a:xfrm>
        </p:spPr>
        <p:txBody>
          <a:bodyPr/>
          <a:p>
            <a:pPr marL="0" indent="0">
              <a:buNone/>
            </a:pPr>
            <a:endParaRPr lang="en-US" sz="12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250690" y="2829560"/>
            <a:ext cx="3689985" cy="119888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altLang="zh-CN" sz="7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Thanks!</a:t>
            </a:r>
            <a:endParaRPr lang="en-US" altLang="zh-CN" sz="7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4983</Words>
  <Application>WPS Presentation</Application>
  <PresentationFormat>Widescreen</PresentationFormat>
  <Paragraphs>133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Arial</vt:lpstr>
      <vt:lpstr>SimSun</vt:lpstr>
      <vt:lpstr>Wingdings</vt:lpstr>
      <vt:lpstr>Microsoft YaHei</vt:lpstr>
      <vt:lpstr>Calibri</vt:lpstr>
      <vt:lpstr>Orange Waves</vt:lpstr>
      <vt:lpstr> 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kvtruyen</cp:lastModifiedBy>
  <cp:revision>128</cp:revision>
  <dcterms:created xsi:type="dcterms:W3CDTF">2017-12-03T10:52:00Z</dcterms:created>
  <dcterms:modified xsi:type="dcterms:W3CDTF">2018-03-14T10:09:27Z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1033-10.2.0.5871</vt:lpwstr>
  </property>
</Properties>
</file>