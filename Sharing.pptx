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328" r:id="rId5"/>
    <p:sldId id="322" r:id="rId6"/>
    <p:sldId id="335" r:id="rId7"/>
    <p:sldId id="323" r:id="rId8"/>
    <p:sldId id="336" r:id="rId9"/>
    <p:sldId id="324" r:id="rId10"/>
    <p:sldId id="325" r:id="rId11"/>
    <p:sldId id="326" r:id="rId12"/>
    <p:sldId id="343" r:id="rId13"/>
    <p:sldId id="342" r:id="rId14"/>
    <p:sldId id="277" r:id="rId15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lstStyle/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lstStyle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TMA SOLUTION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	</a:t>
            </a:r>
            <a:r>
              <a:rPr lang="en-US" sz="4400"/>
              <a:t> </a:t>
            </a:r>
            <a:endParaRPr lang="en-US" sz="4400"/>
          </a:p>
          <a:p>
            <a:endParaRPr lang="en-US" sz="4400"/>
          </a:p>
          <a:p>
            <a:pPr marL="0" indent="0">
              <a:buNone/>
            </a:pP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Scenario Map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11" name="Content Placeholder 10" descr="Scenario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056130" y="1174750"/>
            <a:ext cx="7750175" cy="47123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 Account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"cd.0022@yopmail.com"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newuser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899785" y="1872615"/>
            <a:ext cx="4381500" cy="18154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763250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Admin-Duplicate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"Email cd.0022@yopmail.com is already in use" was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duplicat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130425" y="3601085"/>
            <a:ext cx="5076825" cy="2076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Admin-Archived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Click on Enable button on Confirmation popup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archived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529580" y="1737995"/>
            <a:ext cx="5384800" cy="17132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Update User Profile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User menu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User profile link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Update First Name is "Truyen", Last Name is "Kieu"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"hl.01@yopmail.com"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update user profil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83300" y="1632585"/>
            <a:ext cx="4095750" cy="1762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Company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  <a:effectLst/>
              </a:rPr>
              <a:t>And </a:t>
            </a:r>
            <a:r>
              <a:rPr lang="en-US" sz="1200"/>
              <a:t>Click on Add Company button on Manage Companies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required field are Company Name: "Cdbently 021", Company Identifier: "11-1111111" and select required drop down box.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Street Address is "123 new orl land", City is "newyork", State is "US", Zip is "11111".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user with Fist Name is "user2 fName", Last Name is "user2 lName", and Email is "cd.0021@yopmail.com"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Manage Companies screen and "Manage Companies" should shown.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"Cdbently 021" Shows correctly be shown on Manage Companies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createcompany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1862455" y="4259580"/>
            <a:ext cx="5384800" cy="16287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789285" cy="4953000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Manage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Admin authorise and add user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"http://goodjobs-dev.dynagility.us/onboarding?email=hl.tr.23@yopmail.com&amp;token=NWRsb3RkMnJiZGo%3D"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Authorized company, update many drop down list value.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a new User account with First Name is "truyen", Last Name is "kieu", email is "truyen.linh.3@yopmail.com", role is user.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Location screens.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Report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title is "Complete these steps to provide employee data" should show on Upload Employee Data screens.</a:t>
            </a: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Company Manager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cpn1s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214880" y="4046855"/>
            <a:ext cx="5384800" cy="12261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972800" cy="4953000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User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User login in first time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"http://goodjobs-dev.dynagility.us/onboarding?email=truyen.linh.3@yopmail.com&amp;token=M2ZuNjlhbDllamlu"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Company User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user1s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3599180" y="3169285"/>
            <a:ext cx="3971925" cy="20478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 algn="ctr">
              <a:lnSpc>
                <a:spcPct val="360000"/>
              </a:lnSpc>
              <a:buNone/>
            </a:pPr>
            <a:endParaRPr lang="en-US" sz="4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Some time click button isn't success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 algn="ctr">
              <a:lnSpc>
                <a:spcPct val="360000"/>
              </a:lnSpc>
              <a:buNone/>
            </a:pPr>
            <a:endParaRPr lang="en-US" sz="4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Get locator very hard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IV. Demo.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 algn="ctr">
              <a:lnSpc>
                <a:spcPct val="360000"/>
              </a:lnSpc>
              <a:buNone/>
            </a:pPr>
            <a:r>
              <a:rPr lang="en-US" sz="4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Run Demo</a:t>
            </a:r>
            <a:endParaRPr lang="en-US" sz="4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4922</Words>
  <Application>WPS Presentation</Application>
  <PresentationFormat>Widescreen</PresentationFormat>
  <Paragraphs>159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Arial</vt:lpstr>
      <vt:lpstr>SimSun</vt:lpstr>
      <vt:lpstr>Wingdings</vt:lpstr>
      <vt:lpstr>Microsoft YaHei</vt:lpstr>
      <vt:lpstr>Calibri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kvtruyen</cp:lastModifiedBy>
  <cp:revision>137</cp:revision>
  <dcterms:created xsi:type="dcterms:W3CDTF">2017-12-03T10:52:00Z</dcterms:created>
  <dcterms:modified xsi:type="dcterms:W3CDTF">2018-03-26T12:08:28Z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1033-10.2.0.5871</vt:lpwstr>
  </property>
</Properties>
</file>