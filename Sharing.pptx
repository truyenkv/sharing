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3"/>
    <p:sldId id="257" r:id="rId4"/>
    <p:sldId id="328" r:id="rId5"/>
    <p:sldId id="322" r:id="rId6"/>
    <p:sldId id="335" r:id="rId7"/>
    <p:sldId id="323" r:id="rId8"/>
    <p:sldId id="336" r:id="rId9"/>
    <p:sldId id="324" r:id="rId10"/>
    <p:sldId id="325" r:id="rId11"/>
    <p:sldId id="326" r:id="rId12"/>
    <p:sldId id="347" r:id="rId13"/>
    <p:sldId id="343" r:id="rId14"/>
    <p:sldId id="348" r:id="rId15"/>
    <p:sldId id="342" r:id="rId16"/>
    <p:sldId id="277" r:id="rId17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0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795020"/>
            <a:ext cx="9144000" cy="923925"/>
          </a:xfrm>
        </p:spPr>
        <p:txBody>
          <a:bodyPr>
            <a:normAutofit/>
          </a:bodyPr>
          <a:lstStyle/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 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1579245"/>
            <a:ext cx="9271000" cy="1545590"/>
          </a:xfrm>
        </p:spPr>
        <p:txBody>
          <a:bodyPr/>
          <a:lstStyle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Automation Testing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271770" y="44227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 - QC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TMA SOLUTION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	</a:t>
            </a:r>
            <a:r>
              <a:rPr lang="en-US" sz="4400"/>
              <a:t> </a:t>
            </a:r>
            <a:endParaRPr lang="en-US" sz="4400"/>
          </a:p>
          <a:p>
            <a:endParaRPr lang="en-US" sz="4400"/>
          </a:p>
          <a:p>
            <a:pPr marL="0" indent="0">
              <a:buNone/>
            </a:pPr>
            <a:endParaRPr lang="en-US" sz="4400"/>
          </a:p>
          <a:p>
            <a:pPr marL="0" indent="0">
              <a:buNone/>
            </a:pPr>
            <a:endParaRPr lang="en-US" sz="4400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Scenario Map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11" name="Content Placeholder 10" descr="Scenario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056130" y="1174750"/>
            <a:ext cx="7750175" cy="47123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 Account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"cd.0022@yopmail.com"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newuser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5899785" y="1872615"/>
            <a:ext cx="4381500" cy="18154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763250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Admin-Duplicate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The "Email cd.0022@yopmail.com is already in use" was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duplicat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130425" y="3601085"/>
            <a:ext cx="5076825" cy="20764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Admin-Archived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Click on Enable button on Confirmation popup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"cd.001@yopmail.com"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7" name="Content Placeholder 6" descr="archived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5529580" y="1737995"/>
            <a:ext cx="5384800" cy="17132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/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Update User Profile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User menu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User profile link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Update First Name is "Truyen", Last Name is "Kieu"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"hl.01@yopmail.com"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update user profile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083300" y="1632585"/>
            <a:ext cx="4095750" cy="17621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829925" cy="4953000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Company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  <a:effectLst/>
              </a:rPr>
              <a:t>And </a:t>
            </a:r>
            <a:r>
              <a:rPr lang="en-US" sz="1200"/>
              <a:t>Click on Add Company button on Manage Companies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required field are Company Name: "Cdbently 021", Company Identifier: "11-1111111" and select required drop down box.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Street Address is "123 new orl land", City is "newyork", State is "US", Zip is "11111".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Add user with Fist Name is "user2 fName", Last Name is "user2 lName", and Email is "cd.0021@yopmail.com"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Manage Companies screen and "Manage Companies" should shown.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"Cdbently 021" Shows correctly be shown on Manage Companies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createcompany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1862455" y="4259580"/>
            <a:ext cx="5384800" cy="16287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789285" cy="4953000"/>
          </a:xfrm>
        </p:spPr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Feature</a:t>
            </a:r>
            <a:r>
              <a:rPr lang="en-US" sz="1200"/>
              <a:t>: Company Manage account checks login on first time.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Admin authorise and add user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Join Working Metrics screen via link is "http://goodjobs-dev.dynagility.us/onboarding?email=hl.tr.23@yopmail.com&amp;token=NWRsb3RkMnJiZGo%3D"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Create an account on Working Metrics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Create password is "12345678xx@X".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Authorized company, update many drop down list value.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Add a new User account with First Name is "truyen", Last Name is "kieu", email is "truyen.linh.3@yopmail.com", role is user.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Next to Location screens.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Next to Report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The title is "Complete these steps to provide employee data" should show on Upload Employee Data screens.</a:t>
            </a: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II. Company Manager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cpn1st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214880" y="4046855"/>
            <a:ext cx="5384800" cy="12261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sz="half" idx="1"/>
          </p:nvPr>
        </p:nvSpPr>
        <p:spPr>
          <a:xfrm>
            <a:off x="609600" y="1174750"/>
            <a:ext cx="10972800" cy="4953000"/>
          </a:xfrm>
        </p:spPr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Feature</a:t>
            </a:r>
            <a:r>
              <a:rPr lang="en-US" sz="1200"/>
              <a:t>: Company User account checks login on first time.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User login in first time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Join Working Metrics screen via link is "http://goodjobs-dev.dynagility.us/onboarding?email=truyen.linh.3@yopmail.com&amp;token=M2ZuNjlhbDllamlu"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Create an account on Working Metrics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Create password is "12345678xx@X".</a:t>
            </a:r>
            <a:endParaRPr lang="en-US" sz="1200"/>
          </a:p>
          <a:p>
            <a:pPr marL="0" indent="0">
              <a:buNone/>
            </a:pP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III. Company User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user1st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3599180" y="3169285"/>
            <a:ext cx="3971925" cy="20478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Click on element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600" y="1525905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a. Some time can't click on element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775335" y="2053590"/>
            <a:ext cx="58534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Do click before element is presented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775335" y="2855595"/>
            <a:ext cx="41808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Wait element is presented and click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775335" y="3747135"/>
            <a:ext cx="101257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rgbClr val="0070C0"/>
                </a:solidFill>
              </a:rPr>
              <a:t>public void click_on_next_button() {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//waitABit(2000);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nextBtn.waitUntilPresent().click();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}</a:t>
            </a:r>
            <a:endParaRPr lang="en-US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Click on element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09600" y="1525905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b. Some time click on button isn't success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775335" y="2053590"/>
            <a:ext cx="58534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Unknown, maybe Selenium isn't stable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Content Placeholder 6" descr="manag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885815" y="1029335"/>
            <a:ext cx="5015230" cy="275717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775335" y="4053840"/>
            <a:ext cx="41808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Using Javascript to click on element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775335" y="4817745"/>
            <a:ext cx="101257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rgbClr val="0070C0"/>
                </a:solidFill>
              </a:rPr>
              <a:t>public void click_Manage_button() {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JavascriptExecutor excutor = (JavascriptExecutor)getDriver();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	excutor.executeScript("arguments[0].click();", manageBtn);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}</a:t>
            </a:r>
            <a:endParaRPr lang="en-US">
              <a:solidFill>
                <a:srgbClr val="0070C0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512570"/>
            <a:ext cx="4920615" cy="42037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b. Some time click on button isn't success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accent2">
                  <a:lumMod val="75000"/>
                </a:schemeClr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II. Get locator very hard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las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193030" y="1570990"/>
            <a:ext cx="6389370" cy="280860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609600" y="1570990"/>
            <a:ext cx="43116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Number of row is changed after add an user success.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09600" y="4864735"/>
            <a:ext cx="418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Get last row.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609600" y="5424805"/>
            <a:ext cx="762571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>
                <a:solidFill>
                  <a:srgbClr val="0070C0"/>
                </a:solidFill>
              </a:rPr>
              <a:t>@FindBy(xpath="//*[@class='rt-tr-group'][last()]/div/div[1]/input")</a:t>
            </a:r>
            <a:endParaRPr lang="en-US">
              <a:solidFill>
                <a:srgbClr val="0070C0"/>
              </a:solidFill>
            </a:endParaRPr>
          </a:p>
          <a:p>
            <a:r>
              <a:rPr lang="en-US">
                <a:solidFill>
                  <a:srgbClr val="0070C0"/>
                </a:solidFill>
              </a:rPr>
              <a:t>private WebElementFacade firstnameField;</a:t>
            </a:r>
            <a:endParaRPr lang="en-US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Issues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III. Can't focus on element.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609600" y="1570990"/>
            <a:ext cx="43116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Reason: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Element drop down list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09600" y="2277745"/>
            <a:ext cx="418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Solution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: Using Robot class. </a:t>
            </a:r>
            <a:endParaRPr lang="en-US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9" name="Content Placeholder 8" descr="drop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458335" y="1939290"/>
            <a:ext cx="7124065" cy="2974340"/>
          </a:xfrm>
          <a:prstGeom prst="rect">
            <a:avLst/>
          </a:prstGeom>
        </p:spPr>
      </p:pic>
      <p:sp>
        <p:nvSpPr>
          <p:cNvPr id="13" name="Text Box 12"/>
          <p:cNvSpPr txBox="1"/>
          <p:nvPr/>
        </p:nvSpPr>
        <p:spPr>
          <a:xfrm>
            <a:off x="609600" y="2850515"/>
            <a:ext cx="4006850" cy="32918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600">
                <a:solidFill>
                  <a:srgbClr val="0070C0"/>
                </a:solidFill>
              </a:rPr>
              <a:t>Robot r;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try {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 = new Robot();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roleOption.click();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waitABit(3000);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r.keyPress(KeyEvent.VK_DOWN);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r.keyRelease(KeyEvent.VK_DOWN);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waitABit(3000);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r.keyPress(KeyEvent.VK_ENTER);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  r.keyRelease(KeyEvent.VK_ENTER);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} catch (AWTException e) {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   e.printStackTrace();</a:t>
            </a:r>
            <a:endParaRPr lang="en-US" sz="1600">
              <a:solidFill>
                <a:srgbClr val="0070C0"/>
              </a:solidFill>
            </a:endParaRPr>
          </a:p>
          <a:p>
            <a:r>
              <a:rPr lang="en-US" sz="1600">
                <a:solidFill>
                  <a:srgbClr val="0070C0"/>
                </a:solidFill>
              </a:rPr>
              <a:t>}</a:t>
            </a:r>
            <a:endParaRPr lang="en-US" sz="160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IV. Demo.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 algn="ctr">
              <a:lnSpc>
                <a:spcPct val="360000"/>
              </a:lnSpc>
              <a:buNone/>
            </a:pPr>
            <a:r>
              <a:rPr lang="en-US" sz="44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Run Demo</a:t>
            </a:r>
            <a:endParaRPr lang="en-US" sz="44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250690" y="2829560"/>
            <a:ext cx="3689985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altLang="zh-CN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Thanks!</a:t>
            </a:r>
            <a:endParaRPr lang="en-US" altLang="zh-CN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6057</Words>
  <Application>WPS Presentation</Application>
  <PresentationFormat>Widescreen</PresentationFormat>
  <Paragraphs>216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1" baseType="lpstr">
      <vt:lpstr>Arial</vt:lpstr>
      <vt:lpstr>SimSun</vt:lpstr>
      <vt:lpstr>Wingdings</vt:lpstr>
      <vt:lpstr>Microsoft YaHei</vt:lpstr>
      <vt:lpstr>Calibri</vt:lpstr>
      <vt:lpstr>Orange Waves</vt:lpstr>
      <vt:lpstr> 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kvtruyen</cp:lastModifiedBy>
  <cp:revision>144</cp:revision>
  <dcterms:created xsi:type="dcterms:W3CDTF">2017-12-03T10:52:00Z</dcterms:created>
  <dcterms:modified xsi:type="dcterms:W3CDTF">2018-04-13T09:13:39Z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1033-10.2.0.5871</vt:lpwstr>
  </property>
</Properties>
</file>